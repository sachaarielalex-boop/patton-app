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72" r:id="rId10"/>
    <p:sldId id="273" r:id="rId11"/>
    <p:sldId id="276" r:id="rId12"/>
    <p:sldId id="277" r:id="rId13"/>
    <p:sldId id="271"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92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3E7C8C-4C65-46A2-850D-1F9FD5CCEBB5}" v="32" dt="2026-06-17T13:29:09.644"/>
    <p1510:client id="{C1305477-256E-4945-8345-0B6345A04FFC}" v="33" dt="2026-06-17T14:21:25.3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9" d="100"/>
          <a:sy n="99" d="100"/>
        </p:scale>
        <p:origin x="1348" y="77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oo Mobin-Ventura" userId="041d1dc9328fdc3f" providerId="LiveId" clId="{D5D29C8B-2598-4729-9358-2FE0C325CBE7}"/>
    <pc:docChg chg="undo custSel addSld delSld modSld">
      <pc:chgData name="Minoo Mobin-Ventura" userId="041d1dc9328fdc3f" providerId="LiveId" clId="{D5D29C8B-2598-4729-9358-2FE0C325CBE7}" dt="2026-06-17T14:21:47.795" v="1453" actId="1076"/>
      <pc:docMkLst>
        <pc:docMk/>
      </pc:docMkLst>
      <pc:sldChg chg="modSp mod">
        <pc:chgData name="Minoo Mobin-Ventura" userId="041d1dc9328fdc3f" providerId="LiveId" clId="{D5D29C8B-2598-4729-9358-2FE0C325CBE7}" dt="2026-06-17T13:42:06.882" v="816" actId="14100"/>
        <pc:sldMkLst>
          <pc:docMk/>
          <pc:sldMk cId="0" sldId="256"/>
        </pc:sldMkLst>
        <pc:spChg chg="mod">
          <ac:chgData name="Minoo Mobin-Ventura" userId="041d1dc9328fdc3f" providerId="LiveId" clId="{D5D29C8B-2598-4729-9358-2FE0C325CBE7}" dt="2026-06-17T13:42:06.882" v="816" actId="14100"/>
          <ac:spMkLst>
            <pc:docMk/>
            <pc:sldMk cId="0" sldId="256"/>
            <ac:spMk id="2" creationId="{00000000-0000-0000-0000-000000000000}"/>
          </ac:spMkLst>
        </pc:spChg>
      </pc:sldChg>
      <pc:sldChg chg="addSp delSp modSp mod">
        <pc:chgData name="Minoo Mobin-Ventura" userId="041d1dc9328fdc3f" providerId="LiveId" clId="{D5D29C8B-2598-4729-9358-2FE0C325CBE7}" dt="2026-06-17T14:18:19.467" v="1411" actId="20577"/>
        <pc:sldMkLst>
          <pc:docMk/>
          <pc:sldMk cId="0" sldId="257"/>
        </pc:sldMkLst>
        <pc:spChg chg="mod">
          <ac:chgData name="Minoo Mobin-Ventura" userId="041d1dc9328fdc3f" providerId="LiveId" clId="{D5D29C8B-2598-4729-9358-2FE0C325CBE7}" dt="2026-06-17T13:44:22.032" v="858" actId="14100"/>
          <ac:spMkLst>
            <pc:docMk/>
            <pc:sldMk cId="0" sldId="257"/>
            <ac:spMk id="2" creationId="{00000000-0000-0000-0000-000000000000}"/>
          </ac:spMkLst>
        </pc:spChg>
        <pc:spChg chg="mod">
          <ac:chgData name="Minoo Mobin-Ventura" userId="041d1dc9328fdc3f" providerId="LiveId" clId="{D5D29C8B-2598-4729-9358-2FE0C325CBE7}" dt="2026-06-17T13:44:27.143" v="860" actId="14100"/>
          <ac:spMkLst>
            <pc:docMk/>
            <pc:sldMk cId="0" sldId="257"/>
            <ac:spMk id="3" creationId="{00000000-0000-0000-0000-000000000000}"/>
          </ac:spMkLst>
        </pc:spChg>
        <pc:spChg chg="mod">
          <ac:chgData name="Minoo Mobin-Ventura" userId="041d1dc9328fdc3f" providerId="LiveId" clId="{D5D29C8B-2598-4729-9358-2FE0C325CBE7}" dt="2026-06-17T13:44:33.918" v="873" actId="1038"/>
          <ac:spMkLst>
            <pc:docMk/>
            <pc:sldMk cId="0" sldId="257"/>
            <ac:spMk id="4" creationId="{00000000-0000-0000-0000-000000000000}"/>
          </ac:spMkLst>
        </pc:spChg>
        <pc:spChg chg="mod">
          <ac:chgData name="Minoo Mobin-Ventura" userId="041d1dc9328fdc3f" providerId="LiveId" clId="{D5D29C8B-2598-4729-9358-2FE0C325CBE7}" dt="2026-06-17T14:17:06.494" v="1369" actId="1035"/>
          <ac:spMkLst>
            <pc:docMk/>
            <pc:sldMk cId="0" sldId="257"/>
            <ac:spMk id="5" creationId="{00000000-0000-0000-0000-000000000000}"/>
          </ac:spMkLst>
        </pc:spChg>
        <pc:spChg chg="mod">
          <ac:chgData name="Minoo Mobin-Ventura" userId="041d1dc9328fdc3f" providerId="LiveId" clId="{D5D29C8B-2598-4729-9358-2FE0C325CBE7}" dt="2026-06-17T14:17:06.494" v="1369" actId="1035"/>
          <ac:spMkLst>
            <pc:docMk/>
            <pc:sldMk cId="0" sldId="257"/>
            <ac:spMk id="6" creationId="{00000000-0000-0000-0000-000000000000}"/>
          </ac:spMkLst>
        </pc:spChg>
        <pc:spChg chg="mod">
          <ac:chgData name="Minoo Mobin-Ventura" userId="041d1dc9328fdc3f" providerId="LiveId" clId="{D5D29C8B-2598-4729-9358-2FE0C325CBE7}" dt="2026-06-17T14:17:13.555" v="1384" actId="1035"/>
          <ac:spMkLst>
            <pc:docMk/>
            <pc:sldMk cId="0" sldId="257"/>
            <ac:spMk id="7" creationId="{00000000-0000-0000-0000-000000000000}"/>
          </ac:spMkLst>
        </pc:spChg>
        <pc:spChg chg="mod">
          <ac:chgData name="Minoo Mobin-Ventura" userId="041d1dc9328fdc3f" providerId="LiveId" clId="{D5D29C8B-2598-4729-9358-2FE0C325CBE7}" dt="2026-06-17T14:17:13.555" v="1384" actId="1035"/>
          <ac:spMkLst>
            <pc:docMk/>
            <pc:sldMk cId="0" sldId="257"/>
            <ac:spMk id="10" creationId="{00000000-0000-0000-0000-000000000000}"/>
          </ac:spMkLst>
        </pc:spChg>
        <pc:spChg chg="mod">
          <ac:chgData name="Minoo Mobin-Ventura" userId="041d1dc9328fdc3f" providerId="LiveId" clId="{D5D29C8B-2598-4729-9358-2FE0C325CBE7}" dt="2026-06-17T13:44:49.800" v="917" actId="1036"/>
          <ac:spMkLst>
            <pc:docMk/>
            <pc:sldMk cId="0" sldId="257"/>
            <ac:spMk id="12" creationId="{00000000-0000-0000-0000-000000000000}"/>
          </ac:spMkLst>
        </pc:spChg>
        <pc:spChg chg="mod">
          <ac:chgData name="Minoo Mobin-Ventura" userId="041d1dc9328fdc3f" providerId="LiveId" clId="{D5D29C8B-2598-4729-9358-2FE0C325CBE7}" dt="2026-06-17T14:17:13.555" v="1384" actId="1035"/>
          <ac:spMkLst>
            <pc:docMk/>
            <pc:sldMk cId="0" sldId="257"/>
            <ac:spMk id="15" creationId="{00000000-0000-0000-0000-000000000000}"/>
          </ac:spMkLst>
        </pc:spChg>
        <pc:spChg chg="mod">
          <ac:chgData name="Minoo Mobin-Ventura" userId="041d1dc9328fdc3f" providerId="LiveId" clId="{D5D29C8B-2598-4729-9358-2FE0C325CBE7}" dt="2026-06-17T14:17:13.555" v="1384" actId="1035"/>
          <ac:spMkLst>
            <pc:docMk/>
            <pc:sldMk cId="0" sldId="257"/>
            <ac:spMk id="16" creationId="{00000000-0000-0000-0000-000000000000}"/>
          </ac:spMkLst>
        </pc:spChg>
        <pc:spChg chg="mod">
          <ac:chgData name="Minoo Mobin-Ventura" userId="041d1dc9328fdc3f" providerId="LiveId" clId="{D5D29C8B-2598-4729-9358-2FE0C325CBE7}" dt="2026-06-17T14:17:13.555" v="1384" actId="1035"/>
          <ac:spMkLst>
            <pc:docMk/>
            <pc:sldMk cId="0" sldId="257"/>
            <ac:spMk id="18" creationId="{00000000-0000-0000-0000-000000000000}"/>
          </ac:spMkLst>
        </pc:spChg>
        <pc:spChg chg="mod">
          <ac:chgData name="Minoo Mobin-Ventura" userId="041d1dc9328fdc3f" providerId="LiveId" clId="{D5D29C8B-2598-4729-9358-2FE0C325CBE7}" dt="2026-06-17T14:17:13.555" v="1384" actId="1035"/>
          <ac:spMkLst>
            <pc:docMk/>
            <pc:sldMk cId="0" sldId="257"/>
            <ac:spMk id="20" creationId="{00000000-0000-0000-0000-000000000000}"/>
          </ac:spMkLst>
        </pc:spChg>
        <pc:spChg chg="mod">
          <ac:chgData name="Minoo Mobin-Ventura" userId="041d1dc9328fdc3f" providerId="LiveId" clId="{D5D29C8B-2598-4729-9358-2FE0C325CBE7}" dt="2026-06-17T13:44:49.800" v="917" actId="1036"/>
          <ac:spMkLst>
            <pc:docMk/>
            <pc:sldMk cId="0" sldId="257"/>
            <ac:spMk id="21" creationId="{00000000-0000-0000-0000-000000000000}"/>
          </ac:spMkLst>
        </pc:spChg>
        <pc:spChg chg="mod">
          <ac:chgData name="Minoo Mobin-Ventura" userId="041d1dc9328fdc3f" providerId="LiveId" clId="{D5D29C8B-2598-4729-9358-2FE0C325CBE7}" dt="2026-06-17T14:17:13.555" v="1384" actId="1035"/>
          <ac:spMkLst>
            <pc:docMk/>
            <pc:sldMk cId="0" sldId="257"/>
            <ac:spMk id="22" creationId="{00000000-0000-0000-0000-000000000000}"/>
          </ac:spMkLst>
        </pc:spChg>
        <pc:spChg chg="mod">
          <ac:chgData name="Minoo Mobin-Ventura" userId="041d1dc9328fdc3f" providerId="LiveId" clId="{D5D29C8B-2598-4729-9358-2FE0C325CBE7}" dt="2026-06-17T14:14:48.261" v="1287" actId="164"/>
          <ac:spMkLst>
            <pc:docMk/>
            <pc:sldMk cId="0" sldId="257"/>
            <ac:spMk id="24" creationId="{00000000-0000-0000-0000-000000000000}"/>
          </ac:spMkLst>
        </pc:spChg>
        <pc:spChg chg="mod">
          <ac:chgData name="Minoo Mobin-Ventura" userId="041d1dc9328fdc3f" providerId="LiveId" clId="{D5D29C8B-2598-4729-9358-2FE0C325CBE7}" dt="2026-06-17T14:14:48.261" v="1287" actId="164"/>
          <ac:spMkLst>
            <pc:docMk/>
            <pc:sldMk cId="0" sldId="257"/>
            <ac:spMk id="25" creationId="{00000000-0000-0000-0000-000000000000}"/>
          </ac:spMkLst>
        </pc:spChg>
        <pc:spChg chg="mod">
          <ac:chgData name="Minoo Mobin-Ventura" userId="041d1dc9328fdc3f" providerId="LiveId" clId="{D5D29C8B-2598-4729-9358-2FE0C325CBE7}" dt="2026-06-17T14:17:13.555" v="1384" actId="1035"/>
          <ac:spMkLst>
            <pc:docMk/>
            <pc:sldMk cId="0" sldId="257"/>
            <ac:spMk id="26" creationId="{00000000-0000-0000-0000-000000000000}"/>
          </ac:spMkLst>
        </pc:spChg>
        <pc:spChg chg="mod">
          <ac:chgData name="Minoo Mobin-Ventura" userId="041d1dc9328fdc3f" providerId="LiveId" clId="{D5D29C8B-2598-4729-9358-2FE0C325CBE7}" dt="2026-06-17T13:44:49.800" v="917" actId="1036"/>
          <ac:spMkLst>
            <pc:docMk/>
            <pc:sldMk cId="0" sldId="257"/>
            <ac:spMk id="27" creationId="{00000000-0000-0000-0000-000000000000}"/>
          </ac:spMkLst>
        </pc:spChg>
        <pc:spChg chg="del">
          <ac:chgData name="Minoo Mobin-Ventura" userId="041d1dc9328fdc3f" providerId="LiveId" clId="{D5D29C8B-2598-4729-9358-2FE0C325CBE7}" dt="2026-06-17T14:14:24.938" v="1280" actId="478"/>
          <ac:spMkLst>
            <pc:docMk/>
            <pc:sldMk cId="0" sldId="257"/>
            <ac:spMk id="28" creationId="{00000000-0000-0000-0000-000000000000}"/>
          </ac:spMkLst>
        </pc:spChg>
        <pc:spChg chg="del">
          <ac:chgData name="Minoo Mobin-Ventura" userId="041d1dc9328fdc3f" providerId="LiveId" clId="{D5D29C8B-2598-4729-9358-2FE0C325CBE7}" dt="2026-06-17T14:14:22.270" v="1279" actId="478"/>
          <ac:spMkLst>
            <pc:docMk/>
            <pc:sldMk cId="0" sldId="257"/>
            <ac:spMk id="29" creationId="{00000000-0000-0000-0000-000000000000}"/>
          </ac:spMkLst>
        </pc:spChg>
        <pc:spChg chg="mod">
          <ac:chgData name="Minoo Mobin-Ventura" userId="041d1dc9328fdc3f" providerId="LiveId" clId="{D5D29C8B-2598-4729-9358-2FE0C325CBE7}" dt="2026-06-17T13:44:49.800" v="917" actId="1036"/>
          <ac:spMkLst>
            <pc:docMk/>
            <pc:sldMk cId="0" sldId="257"/>
            <ac:spMk id="31" creationId="{00000000-0000-0000-0000-000000000000}"/>
          </ac:spMkLst>
        </pc:spChg>
        <pc:spChg chg="del">
          <ac:chgData name="Minoo Mobin-Ventura" userId="041d1dc9328fdc3f" providerId="LiveId" clId="{D5D29C8B-2598-4729-9358-2FE0C325CBE7}" dt="2026-06-17T14:14:28.470" v="1281" actId="478"/>
          <ac:spMkLst>
            <pc:docMk/>
            <pc:sldMk cId="0" sldId="257"/>
            <ac:spMk id="32" creationId="{00000000-0000-0000-0000-000000000000}"/>
          </ac:spMkLst>
        </pc:spChg>
        <pc:spChg chg="del mod">
          <ac:chgData name="Minoo Mobin-Ventura" userId="041d1dc9328fdc3f" providerId="LiveId" clId="{D5D29C8B-2598-4729-9358-2FE0C325CBE7}" dt="2026-06-17T14:14:29.783" v="1282" actId="478"/>
          <ac:spMkLst>
            <pc:docMk/>
            <pc:sldMk cId="0" sldId="257"/>
            <ac:spMk id="33" creationId="{00000000-0000-0000-0000-000000000000}"/>
          </ac:spMkLst>
        </pc:spChg>
        <pc:spChg chg="mod">
          <ac:chgData name="Minoo Mobin-Ventura" userId="041d1dc9328fdc3f" providerId="LiveId" clId="{D5D29C8B-2598-4729-9358-2FE0C325CBE7}" dt="2026-06-17T13:44:49.800" v="917" actId="1036"/>
          <ac:spMkLst>
            <pc:docMk/>
            <pc:sldMk cId="0" sldId="257"/>
            <ac:spMk id="35" creationId="{00000000-0000-0000-0000-000000000000}"/>
          </ac:spMkLst>
        </pc:spChg>
        <pc:spChg chg="del">
          <ac:chgData name="Minoo Mobin-Ventura" userId="041d1dc9328fdc3f" providerId="LiveId" clId="{D5D29C8B-2598-4729-9358-2FE0C325CBE7}" dt="2026-06-17T14:14:32.719" v="1283" actId="478"/>
          <ac:spMkLst>
            <pc:docMk/>
            <pc:sldMk cId="0" sldId="257"/>
            <ac:spMk id="36" creationId="{00000000-0000-0000-0000-000000000000}"/>
          </ac:spMkLst>
        </pc:spChg>
        <pc:spChg chg="del mod">
          <ac:chgData name="Minoo Mobin-Ventura" userId="041d1dc9328fdc3f" providerId="LiveId" clId="{D5D29C8B-2598-4729-9358-2FE0C325CBE7}" dt="2026-06-17T14:14:34.128" v="1284" actId="478"/>
          <ac:spMkLst>
            <pc:docMk/>
            <pc:sldMk cId="0" sldId="257"/>
            <ac:spMk id="37" creationId="{00000000-0000-0000-0000-000000000000}"/>
          </ac:spMkLst>
        </pc:spChg>
        <pc:spChg chg="del mod">
          <ac:chgData name="Minoo Mobin-Ventura" userId="041d1dc9328fdc3f" providerId="LiveId" clId="{D5D29C8B-2598-4729-9358-2FE0C325CBE7}" dt="2026-06-17T14:14:36.646" v="1285" actId="478"/>
          <ac:spMkLst>
            <pc:docMk/>
            <pc:sldMk cId="0" sldId="257"/>
            <ac:spMk id="40" creationId="{00000000-0000-0000-0000-000000000000}"/>
          </ac:spMkLst>
        </pc:spChg>
        <pc:spChg chg="del">
          <ac:chgData name="Minoo Mobin-Ventura" userId="041d1dc9328fdc3f" providerId="LiveId" clId="{D5D29C8B-2598-4729-9358-2FE0C325CBE7}" dt="2026-06-17T14:14:37.975" v="1286" actId="478"/>
          <ac:spMkLst>
            <pc:docMk/>
            <pc:sldMk cId="0" sldId="257"/>
            <ac:spMk id="41" creationId="{00000000-0000-0000-0000-000000000000}"/>
          </ac:spMkLst>
        </pc:spChg>
        <pc:spChg chg="mod">
          <ac:chgData name="Minoo Mobin-Ventura" userId="041d1dc9328fdc3f" providerId="LiveId" clId="{D5D29C8B-2598-4729-9358-2FE0C325CBE7}" dt="2026-06-17T14:17:13.555" v="1384" actId="1035"/>
          <ac:spMkLst>
            <pc:docMk/>
            <pc:sldMk cId="0" sldId="257"/>
            <ac:spMk id="43" creationId="{00000000-0000-0000-0000-000000000000}"/>
          </ac:spMkLst>
        </pc:spChg>
        <pc:spChg chg="mod">
          <ac:chgData name="Minoo Mobin-Ventura" userId="041d1dc9328fdc3f" providerId="LiveId" clId="{D5D29C8B-2598-4729-9358-2FE0C325CBE7}" dt="2026-06-17T14:18:19.467" v="1411" actId="20577"/>
          <ac:spMkLst>
            <pc:docMk/>
            <pc:sldMk cId="0" sldId="257"/>
            <ac:spMk id="44" creationId="{00000000-0000-0000-0000-000000000000}"/>
          </ac:spMkLst>
        </pc:spChg>
        <pc:spChg chg="mod">
          <ac:chgData name="Minoo Mobin-Ventura" userId="041d1dc9328fdc3f" providerId="LiveId" clId="{D5D29C8B-2598-4729-9358-2FE0C325CBE7}" dt="2026-06-17T14:14:51.433" v="1288"/>
          <ac:spMkLst>
            <pc:docMk/>
            <pc:sldMk cId="0" sldId="257"/>
            <ac:spMk id="49" creationId="{5B016E8A-A693-BC64-94C8-E46B10710E57}"/>
          </ac:spMkLst>
        </pc:spChg>
        <pc:spChg chg="mod">
          <ac:chgData name="Minoo Mobin-Ventura" userId="041d1dc9328fdc3f" providerId="LiveId" clId="{D5D29C8B-2598-4729-9358-2FE0C325CBE7}" dt="2026-06-17T14:14:51.433" v="1288"/>
          <ac:spMkLst>
            <pc:docMk/>
            <pc:sldMk cId="0" sldId="257"/>
            <ac:spMk id="50" creationId="{0BCDDFAD-DC78-379C-6C53-86463E7FA5F7}"/>
          </ac:spMkLst>
        </pc:spChg>
        <pc:spChg chg="mod">
          <ac:chgData name="Minoo Mobin-Ventura" userId="041d1dc9328fdc3f" providerId="LiveId" clId="{D5D29C8B-2598-4729-9358-2FE0C325CBE7}" dt="2026-06-17T14:15:02.783" v="1290"/>
          <ac:spMkLst>
            <pc:docMk/>
            <pc:sldMk cId="0" sldId="257"/>
            <ac:spMk id="52" creationId="{F66B4B05-71B8-D6AC-053D-D44BD9E35AD9}"/>
          </ac:spMkLst>
        </pc:spChg>
        <pc:spChg chg="mod">
          <ac:chgData name="Minoo Mobin-Ventura" userId="041d1dc9328fdc3f" providerId="LiveId" clId="{D5D29C8B-2598-4729-9358-2FE0C325CBE7}" dt="2026-06-17T14:15:02.783" v="1290"/>
          <ac:spMkLst>
            <pc:docMk/>
            <pc:sldMk cId="0" sldId="257"/>
            <ac:spMk id="53" creationId="{35EA150F-FCDE-F17B-03AB-0618430E0C6E}"/>
          </ac:spMkLst>
        </pc:spChg>
        <pc:spChg chg="mod">
          <ac:chgData name="Minoo Mobin-Ventura" userId="041d1dc9328fdc3f" providerId="LiveId" clId="{D5D29C8B-2598-4729-9358-2FE0C325CBE7}" dt="2026-06-17T14:15:08.290" v="1292"/>
          <ac:spMkLst>
            <pc:docMk/>
            <pc:sldMk cId="0" sldId="257"/>
            <ac:spMk id="55" creationId="{1751A041-C26B-CAFE-AAD1-BB2B05620658}"/>
          </ac:spMkLst>
        </pc:spChg>
        <pc:spChg chg="mod">
          <ac:chgData name="Minoo Mobin-Ventura" userId="041d1dc9328fdc3f" providerId="LiveId" clId="{D5D29C8B-2598-4729-9358-2FE0C325CBE7}" dt="2026-06-17T14:15:08.290" v="1292"/>
          <ac:spMkLst>
            <pc:docMk/>
            <pc:sldMk cId="0" sldId="257"/>
            <ac:spMk id="56" creationId="{43637323-6DA2-ABB8-B736-8AD453C0E887}"/>
          </ac:spMkLst>
        </pc:spChg>
        <pc:spChg chg="mod">
          <ac:chgData name="Minoo Mobin-Ventura" userId="041d1dc9328fdc3f" providerId="LiveId" clId="{D5D29C8B-2598-4729-9358-2FE0C325CBE7}" dt="2026-06-17T14:18:11.756" v="1399" actId="20577"/>
          <ac:spMkLst>
            <pc:docMk/>
            <pc:sldMk cId="0" sldId="257"/>
            <ac:spMk id="58" creationId="{783B7783-D573-A80A-BC52-E248D93F9139}"/>
          </ac:spMkLst>
        </pc:spChg>
        <pc:spChg chg="mod">
          <ac:chgData name="Minoo Mobin-Ventura" userId="041d1dc9328fdc3f" providerId="LiveId" clId="{D5D29C8B-2598-4729-9358-2FE0C325CBE7}" dt="2026-06-17T14:15:14.915" v="1294"/>
          <ac:spMkLst>
            <pc:docMk/>
            <pc:sldMk cId="0" sldId="257"/>
            <ac:spMk id="59" creationId="{6C227D2B-67CB-FC08-8A33-D803F39B62EC}"/>
          </ac:spMkLst>
        </pc:spChg>
        <pc:grpChg chg="add mod">
          <ac:chgData name="Minoo Mobin-Ventura" userId="041d1dc9328fdc3f" providerId="LiveId" clId="{D5D29C8B-2598-4729-9358-2FE0C325CBE7}" dt="2026-06-17T14:14:48.261" v="1287" actId="164"/>
          <ac:grpSpMkLst>
            <pc:docMk/>
            <pc:sldMk cId="0" sldId="257"/>
            <ac:grpSpMk id="47" creationId="{9BE9171E-3ADD-ED1F-A27B-0B80F488428A}"/>
          </ac:grpSpMkLst>
        </pc:grpChg>
        <pc:grpChg chg="add mod">
          <ac:chgData name="Minoo Mobin-Ventura" userId="041d1dc9328fdc3f" providerId="LiveId" clId="{D5D29C8B-2598-4729-9358-2FE0C325CBE7}" dt="2026-06-17T14:14:57.103" v="1289" actId="1076"/>
          <ac:grpSpMkLst>
            <pc:docMk/>
            <pc:sldMk cId="0" sldId="257"/>
            <ac:grpSpMk id="48" creationId="{3381BE24-FB1A-6146-C043-BB0BE190BAC9}"/>
          </ac:grpSpMkLst>
        </pc:grpChg>
        <pc:grpChg chg="add mod">
          <ac:chgData name="Minoo Mobin-Ventura" userId="041d1dc9328fdc3f" providerId="LiveId" clId="{D5D29C8B-2598-4729-9358-2FE0C325CBE7}" dt="2026-06-17T14:15:07.239" v="1291" actId="1076"/>
          <ac:grpSpMkLst>
            <pc:docMk/>
            <pc:sldMk cId="0" sldId="257"/>
            <ac:grpSpMk id="51" creationId="{E9193894-99E7-DC94-DB13-AF4853D4ACC1}"/>
          </ac:grpSpMkLst>
        </pc:grpChg>
        <pc:grpChg chg="add mod">
          <ac:chgData name="Minoo Mobin-Ventura" userId="041d1dc9328fdc3f" providerId="LiveId" clId="{D5D29C8B-2598-4729-9358-2FE0C325CBE7}" dt="2026-06-17T14:15:13.154" v="1293" actId="1076"/>
          <ac:grpSpMkLst>
            <pc:docMk/>
            <pc:sldMk cId="0" sldId="257"/>
            <ac:grpSpMk id="54" creationId="{920FE0C0-AC60-6604-71B9-E96FBA96B301}"/>
          </ac:grpSpMkLst>
        </pc:grpChg>
        <pc:grpChg chg="add mod">
          <ac:chgData name="Minoo Mobin-Ventura" userId="041d1dc9328fdc3f" providerId="LiveId" clId="{D5D29C8B-2598-4729-9358-2FE0C325CBE7}" dt="2026-06-17T14:15:20.169" v="1295" actId="1076"/>
          <ac:grpSpMkLst>
            <pc:docMk/>
            <pc:sldMk cId="0" sldId="257"/>
            <ac:grpSpMk id="57" creationId="{40482CC9-45C6-D1AF-1F51-287783823705}"/>
          </ac:grpSpMkLst>
        </pc:grpChg>
      </pc:sldChg>
      <pc:sldChg chg="addSp delSp modSp mod">
        <pc:chgData name="Minoo Mobin-Ventura" userId="041d1dc9328fdc3f" providerId="LiveId" clId="{D5D29C8B-2598-4729-9358-2FE0C325CBE7}" dt="2026-06-17T14:13:51.133" v="1256" actId="20577"/>
        <pc:sldMkLst>
          <pc:docMk/>
          <pc:sldMk cId="0" sldId="258"/>
        </pc:sldMkLst>
        <pc:spChg chg="del mod">
          <ac:chgData name="Minoo Mobin-Ventura" userId="041d1dc9328fdc3f" providerId="LiveId" clId="{D5D29C8B-2598-4729-9358-2FE0C325CBE7}" dt="2026-06-17T13:43:41.015" v="853" actId="478"/>
          <ac:spMkLst>
            <pc:docMk/>
            <pc:sldMk cId="0" sldId="258"/>
            <ac:spMk id="2" creationId="{00000000-0000-0000-0000-000000000000}"/>
          </ac:spMkLst>
        </pc:spChg>
        <pc:spChg chg="del">
          <ac:chgData name="Minoo Mobin-Ventura" userId="041d1dc9328fdc3f" providerId="LiveId" clId="{D5D29C8B-2598-4729-9358-2FE0C325CBE7}" dt="2026-06-17T13:43:42.208" v="854" actId="478"/>
          <ac:spMkLst>
            <pc:docMk/>
            <pc:sldMk cId="0" sldId="258"/>
            <ac:spMk id="3" creationId="{00000000-0000-0000-0000-000000000000}"/>
          </ac:spMkLst>
        </pc:spChg>
        <pc:spChg chg="mod">
          <ac:chgData name="Minoo Mobin-Ventura" userId="041d1dc9328fdc3f" providerId="LiveId" clId="{D5D29C8B-2598-4729-9358-2FE0C325CBE7}" dt="2026-06-17T13:45:24.672" v="921" actId="1076"/>
          <ac:spMkLst>
            <pc:docMk/>
            <pc:sldMk cId="0" sldId="258"/>
            <ac:spMk id="4" creationId="{00000000-0000-0000-0000-000000000000}"/>
          </ac:spMkLst>
        </pc:spChg>
        <pc:spChg chg="mod">
          <ac:chgData name="Minoo Mobin-Ventura" userId="041d1dc9328fdc3f" providerId="LiveId" clId="{D5D29C8B-2598-4729-9358-2FE0C325CBE7}" dt="2026-06-17T13:45:24.672" v="921" actId="1076"/>
          <ac:spMkLst>
            <pc:docMk/>
            <pc:sldMk cId="0" sldId="258"/>
            <ac:spMk id="5" creationId="{00000000-0000-0000-0000-000000000000}"/>
          </ac:spMkLst>
        </pc:spChg>
        <pc:spChg chg="mod">
          <ac:chgData name="Minoo Mobin-Ventura" userId="041d1dc9328fdc3f" providerId="LiveId" clId="{D5D29C8B-2598-4729-9358-2FE0C325CBE7}" dt="2026-06-17T13:45:24.672" v="921" actId="1076"/>
          <ac:spMkLst>
            <pc:docMk/>
            <pc:sldMk cId="0" sldId="258"/>
            <ac:spMk id="6" creationId="{00000000-0000-0000-0000-000000000000}"/>
          </ac:spMkLst>
        </pc:spChg>
        <pc:spChg chg="mod">
          <ac:chgData name="Minoo Mobin-Ventura" userId="041d1dc9328fdc3f" providerId="LiveId" clId="{D5D29C8B-2598-4729-9358-2FE0C325CBE7}" dt="2026-06-17T13:45:24.672" v="921" actId="1076"/>
          <ac:spMkLst>
            <pc:docMk/>
            <pc:sldMk cId="0" sldId="258"/>
            <ac:spMk id="7" creationId="{00000000-0000-0000-0000-000000000000}"/>
          </ac:spMkLst>
        </pc:spChg>
        <pc:spChg chg="mod">
          <ac:chgData name="Minoo Mobin-Ventura" userId="041d1dc9328fdc3f" providerId="LiveId" clId="{D5D29C8B-2598-4729-9358-2FE0C325CBE7}" dt="2026-06-17T13:45:24.672" v="921" actId="1076"/>
          <ac:spMkLst>
            <pc:docMk/>
            <pc:sldMk cId="0" sldId="258"/>
            <ac:spMk id="8" creationId="{00000000-0000-0000-0000-000000000000}"/>
          </ac:spMkLst>
        </pc:spChg>
        <pc:spChg chg="mod">
          <ac:chgData name="Minoo Mobin-Ventura" userId="041d1dc9328fdc3f" providerId="LiveId" clId="{D5D29C8B-2598-4729-9358-2FE0C325CBE7}" dt="2026-06-17T13:45:24.672" v="921" actId="1076"/>
          <ac:spMkLst>
            <pc:docMk/>
            <pc:sldMk cId="0" sldId="258"/>
            <ac:spMk id="9" creationId="{00000000-0000-0000-0000-000000000000}"/>
          </ac:spMkLst>
        </pc:spChg>
        <pc:spChg chg="mod">
          <ac:chgData name="Minoo Mobin-Ventura" userId="041d1dc9328fdc3f" providerId="LiveId" clId="{D5D29C8B-2598-4729-9358-2FE0C325CBE7}" dt="2026-06-17T13:45:24.672" v="921" actId="1076"/>
          <ac:spMkLst>
            <pc:docMk/>
            <pc:sldMk cId="0" sldId="258"/>
            <ac:spMk id="11" creationId="{00000000-0000-0000-0000-000000000000}"/>
          </ac:spMkLst>
        </pc:spChg>
        <pc:spChg chg="mod">
          <ac:chgData name="Minoo Mobin-Ventura" userId="041d1dc9328fdc3f" providerId="LiveId" clId="{D5D29C8B-2598-4729-9358-2FE0C325CBE7}" dt="2026-06-17T13:45:24.672" v="921" actId="1076"/>
          <ac:spMkLst>
            <pc:docMk/>
            <pc:sldMk cId="0" sldId="258"/>
            <ac:spMk id="12" creationId="{00000000-0000-0000-0000-000000000000}"/>
          </ac:spMkLst>
        </pc:spChg>
        <pc:spChg chg="mod">
          <ac:chgData name="Minoo Mobin-Ventura" userId="041d1dc9328fdc3f" providerId="LiveId" clId="{D5D29C8B-2598-4729-9358-2FE0C325CBE7}" dt="2026-06-17T13:45:24.672" v="921" actId="1076"/>
          <ac:spMkLst>
            <pc:docMk/>
            <pc:sldMk cId="0" sldId="258"/>
            <ac:spMk id="14" creationId="{00000000-0000-0000-0000-000000000000}"/>
          </ac:spMkLst>
        </pc:spChg>
        <pc:spChg chg="mod">
          <ac:chgData name="Minoo Mobin-Ventura" userId="041d1dc9328fdc3f" providerId="LiveId" clId="{D5D29C8B-2598-4729-9358-2FE0C325CBE7}" dt="2026-06-17T13:45:24.672" v="921" actId="1076"/>
          <ac:spMkLst>
            <pc:docMk/>
            <pc:sldMk cId="0" sldId="258"/>
            <ac:spMk id="15" creationId="{00000000-0000-0000-0000-000000000000}"/>
          </ac:spMkLst>
        </pc:spChg>
        <pc:spChg chg="add del mod">
          <ac:chgData name="Minoo Mobin-Ventura" userId="041d1dc9328fdc3f" providerId="LiveId" clId="{D5D29C8B-2598-4729-9358-2FE0C325CBE7}" dt="2026-06-17T13:45:04.552" v="918" actId="478"/>
          <ac:spMkLst>
            <pc:docMk/>
            <pc:sldMk cId="0" sldId="258"/>
            <ac:spMk id="17" creationId="{C09F2722-56B8-F462-E326-979E9D387C47}"/>
          </ac:spMkLst>
        </pc:spChg>
        <pc:spChg chg="add del mod">
          <ac:chgData name="Minoo Mobin-Ventura" userId="041d1dc9328fdc3f" providerId="LiveId" clId="{D5D29C8B-2598-4729-9358-2FE0C325CBE7}" dt="2026-06-17T13:45:06.046" v="919" actId="478"/>
          <ac:spMkLst>
            <pc:docMk/>
            <pc:sldMk cId="0" sldId="258"/>
            <ac:spMk id="18" creationId="{13FC891D-F760-589D-0237-70A68E731F4C}"/>
          </ac:spMkLst>
        </pc:spChg>
        <pc:spChg chg="add mod">
          <ac:chgData name="Minoo Mobin-Ventura" userId="041d1dc9328fdc3f" providerId="LiveId" clId="{D5D29C8B-2598-4729-9358-2FE0C325CBE7}" dt="2026-06-17T13:45:33.111" v="922" actId="164"/>
          <ac:spMkLst>
            <pc:docMk/>
            <pc:sldMk cId="0" sldId="258"/>
            <ac:spMk id="19" creationId="{F120A6C8-6018-30DC-A685-00B402C8E561}"/>
          </ac:spMkLst>
        </pc:spChg>
        <pc:spChg chg="add mod">
          <ac:chgData name="Minoo Mobin-Ventura" userId="041d1dc9328fdc3f" providerId="LiveId" clId="{D5D29C8B-2598-4729-9358-2FE0C325CBE7}" dt="2026-06-17T13:45:33.111" v="922" actId="164"/>
          <ac:spMkLst>
            <pc:docMk/>
            <pc:sldMk cId="0" sldId="258"/>
            <ac:spMk id="20" creationId="{DBD47288-94AE-4544-B1F2-9292270E207E}"/>
          </ac:spMkLst>
        </pc:spChg>
        <pc:spChg chg="add mod">
          <ac:chgData name="Minoo Mobin-Ventura" userId="041d1dc9328fdc3f" providerId="LiveId" clId="{D5D29C8B-2598-4729-9358-2FE0C325CBE7}" dt="2026-06-17T14:13:51.133" v="1256" actId="20577"/>
          <ac:spMkLst>
            <pc:docMk/>
            <pc:sldMk cId="0" sldId="258"/>
            <ac:spMk id="22" creationId="{0797CA13-079E-B1C0-4C0D-5D6FD912B29F}"/>
          </ac:spMkLst>
        </pc:spChg>
        <pc:grpChg chg="add mod">
          <ac:chgData name="Minoo Mobin-Ventura" userId="041d1dc9328fdc3f" providerId="LiveId" clId="{D5D29C8B-2598-4729-9358-2FE0C325CBE7}" dt="2026-06-17T13:45:33.111" v="922" actId="164"/>
          <ac:grpSpMkLst>
            <pc:docMk/>
            <pc:sldMk cId="0" sldId="258"/>
            <ac:grpSpMk id="21" creationId="{9BD36A9B-2111-E026-541D-F2BE3C14EE37}"/>
          </ac:grpSpMkLst>
        </pc:grpChg>
      </pc:sldChg>
      <pc:sldChg chg="addSp delSp modSp mod">
        <pc:chgData name="Minoo Mobin-Ventura" userId="041d1dc9328fdc3f" providerId="LiveId" clId="{D5D29C8B-2598-4729-9358-2FE0C325CBE7}" dt="2026-06-17T13:46:11.285" v="930" actId="164"/>
        <pc:sldMkLst>
          <pc:docMk/>
          <pc:sldMk cId="0" sldId="259"/>
        </pc:sldMkLst>
        <pc:spChg chg="del">
          <ac:chgData name="Minoo Mobin-Ventura" userId="041d1dc9328fdc3f" providerId="LiveId" clId="{D5D29C8B-2598-4729-9358-2FE0C325CBE7}" dt="2026-06-17T13:45:52.138" v="927" actId="478"/>
          <ac:spMkLst>
            <pc:docMk/>
            <pc:sldMk cId="0" sldId="259"/>
            <ac:spMk id="2" creationId="{00000000-0000-0000-0000-000000000000}"/>
          </ac:spMkLst>
        </pc:spChg>
        <pc:spChg chg="del">
          <ac:chgData name="Minoo Mobin-Ventura" userId="041d1dc9328fdc3f" providerId="LiveId" clId="{D5D29C8B-2598-4729-9358-2FE0C325CBE7}" dt="2026-06-17T13:45:52.763" v="928" actId="478"/>
          <ac:spMkLst>
            <pc:docMk/>
            <pc:sldMk cId="0" sldId="259"/>
            <ac:spMk id="3" creationId="{00000000-0000-0000-0000-000000000000}"/>
          </ac:spMkLst>
        </pc:spChg>
        <pc:spChg chg="mod ord">
          <ac:chgData name="Minoo Mobin-Ventura" userId="041d1dc9328fdc3f" providerId="LiveId" clId="{D5D29C8B-2598-4729-9358-2FE0C325CBE7}" dt="2026-06-17T13:46:11.285" v="930" actId="164"/>
          <ac:spMkLst>
            <pc:docMk/>
            <pc:sldMk cId="0" sldId="259"/>
            <ac:spMk id="4" creationId="{00000000-0000-0000-0000-000000000000}"/>
          </ac:spMkLst>
        </pc:spChg>
        <pc:spChg chg="mod">
          <ac:chgData name="Minoo Mobin-Ventura" userId="041d1dc9328fdc3f" providerId="LiveId" clId="{D5D29C8B-2598-4729-9358-2FE0C325CBE7}" dt="2026-06-17T13:46:01.564" v="929" actId="1076"/>
          <ac:spMkLst>
            <pc:docMk/>
            <pc:sldMk cId="0" sldId="259"/>
            <ac:spMk id="7" creationId="{00000000-0000-0000-0000-000000000000}"/>
          </ac:spMkLst>
        </pc:spChg>
        <pc:spChg chg="mod">
          <ac:chgData name="Minoo Mobin-Ventura" userId="041d1dc9328fdc3f" providerId="LiveId" clId="{D5D29C8B-2598-4729-9358-2FE0C325CBE7}" dt="2026-06-17T13:46:01.564" v="929" actId="1076"/>
          <ac:spMkLst>
            <pc:docMk/>
            <pc:sldMk cId="0" sldId="259"/>
            <ac:spMk id="8" creationId="{00000000-0000-0000-0000-000000000000}"/>
          </ac:spMkLst>
        </pc:spChg>
        <pc:spChg chg="mod">
          <ac:chgData name="Minoo Mobin-Ventura" userId="041d1dc9328fdc3f" providerId="LiveId" clId="{D5D29C8B-2598-4729-9358-2FE0C325CBE7}" dt="2026-06-17T13:46:01.564" v="929" actId="1076"/>
          <ac:spMkLst>
            <pc:docMk/>
            <pc:sldMk cId="0" sldId="259"/>
            <ac:spMk id="10" creationId="{00000000-0000-0000-0000-000000000000}"/>
          </ac:spMkLst>
        </pc:spChg>
        <pc:spChg chg="mod">
          <ac:chgData name="Minoo Mobin-Ventura" userId="041d1dc9328fdc3f" providerId="LiveId" clId="{D5D29C8B-2598-4729-9358-2FE0C325CBE7}" dt="2026-06-17T13:46:01.564" v="929" actId="1076"/>
          <ac:spMkLst>
            <pc:docMk/>
            <pc:sldMk cId="0" sldId="259"/>
            <ac:spMk id="11" creationId="{00000000-0000-0000-0000-000000000000}"/>
          </ac:spMkLst>
        </pc:spChg>
        <pc:spChg chg="mod">
          <ac:chgData name="Minoo Mobin-Ventura" userId="041d1dc9328fdc3f" providerId="LiveId" clId="{D5D29C8B-2598-4729-9358-2FE0C325CBE7}" dt="2026-06-17T13:46:01.564" v="929" actId="1076"/>
          <ac:spMkLst>
            <pc:docMk/>
            <pc:sldMk cId="0" sldId="259"/>
            <ac:spMk id="12" creationId="{00000000-0000-0000-0000-000000000000}"/>
          </ac:spMkLst>
        </pc:spChg>
        <pc:spChg chg="mod">
          <ac:chgData name="Minoo Mobin-Ventura" userId="041d1dc9328fdc3f" providerId="LiveId" clId="{D5D29C8B-2598-4729-9358-2FE0C325CBE7}" dt="2026-06-17T13:46:01.564" v="929" actId="1076"/>
          <ac:spMkLst>
            <pc:docMk/>
            <pc:sldMk cId="0" sldId="259"/>
            <ac:spMk id="13" creationId="{00000000-0000-0000-0000-000000000000}"/>
          </ac:spMkLst>
        </pc:spChg>
        <pc:spChg chg="mod">
          <ac:chgData name="Minoo Mobin-Ventura" userId="041d1dc9328fdc3f" providerId="LiveId" clId="{D5D29C8B-2598-4729-9358-2FE0C325CBE7}" dt="2026-06-17T13:46:01.564" v="929" actId="1076"/>
          <ac:spMkLst>
            <pc:docMk/>
            <pc:sldMk cId="0" sldId="259"/>
            <ac:spMk id="14" creationId="{00000000-0000-0000-0000-000000000000}"/>
          </ac:spMkLst>
        </pc:spChg>
        <pc:spChg chg="mod">
          <ac:chgData name="Minoo Mobin-Ventura" userId="041d1dc9328fdc3f" providerId="LiveId" clId="{D5D29C8B-2598-4729-9358-2FE0C325CBE7}" dt="2026-06-17T13:46:01.564" v="929" actId="1076"/>
          <ac:spMkLst>
            <pc:docMk/>
            <pc:sldMk cId="0" sldId="259"/>
            <ac:spMk id="15" creationId="{00000000-0000-0000-0000-000000000000}"/>
          </ac:spMkLst>
        </pc:spChg>
        <pc:spChg chg="mod">
          <ac:chgData name="Minoo Mobin-Ventura" userId="041d1dc9328fdc3f" providerId="LiveId" clId="{D5D29C8B-2598-4729-9358-2FE0C325CBE7}" dt="2026-06-17T13:46:01.564" v="929" actId="1076"/>
          <ac:spMkLst>
            <pc:docMk/>
            <pc:sldMk cId="0" sldId="259"/>
            <ac:spMk id="18" creationId="{00000000-0000-0000-0000-000000000000}"/>
          </ac:spMkLst>
        </pc:spChg>
        <pc:spChg chg="mod">
          <ac:chgData name="Minoo Mobin-Ventura" userId="041d1dc9328fdc3f" providerId="LiveId" clId="{D5D29C8B-2598-4729-9358-2FE0C325CBE7}" dt="2026-06-17T13:46:01.564" v="929" actId="1076"/>
          <ac:spMkLst>
            <pc:docMk/>
            <pc:sldMk cId="0" sldId="259"/>
            <ac:spMk id="19" creationId="{00000000-0000-0000-0000-000000000000}"/>
          </ac:spMkLst>
        </pc:spChg>
        <pc:spChg chg="mod">
          <ac:chgData name="Minoo Mobin-Ventura" userId="041d1dc9328fdc3f" providerId="LiveId" clId="{D5D29C8B-2598-4729-9358-2FE0C325CBE7}" dt="2026-06-17T13:45:38.222" v="923"/>
          <ac:spMkLst>
            <pc:docMk/>
            <pc:sldMk cId="0" sldId="259"/>
            <ac:spMk id="21" creationId="{1AD7499E-BFA1-038E-CA87-A40A45B6874A}"/>
          </ac:spMkLst>
        </pc:spChg>
        <pc:spChg chg="mod">
          <ac:chgData name="Minoo Mobin-Ventura" userId="041d1dc9328fdc3f" providerId="LiveId" clId="{D5D29C8B-2598-4729-9358-2FE0C325CBE7}" dt="2026-06-17T13:45:38.222" v="923"/>
          <ac:spMkLst>
            <pc:docMk/>
            <pc:sldMk cId="0" sldId="259"/>
            <ac:spMk id="22" creationId="{AB19E437-2C07-CA36-2760-CD00D647C338}"/>
          </ac:spMkLst>
        </pc:spChg>
        <pc:grpChg chg="add mod">
          <ac:chgData name="Minoo Mobin-Ventura" userId="041d1dc9328fdc3f" providerId="LiveId" clId="{D5D29C8B-2598-4729-9358-2FE0C325CBE7}" dt="2026-06-17T13:46:11.285" v="930" actId="164"/>
          <ac:grpSpMkLst>
            <pc:docMk/>
            <pc:sldMk cId="0" sldId="259"/>
            <ac:grpSpMk id="20" creationId="{354D15B9-5D0A-5F83-074B-CFF0499F76D5}"/>
          </ac:grpSpMkLst>
        </pc:grpChg>
        <pc:grpChg chg="add mod">
          <ac:chgData name="Minoo Mobin-Ventura" userId="041d1dc9328fdc3f" providerId="LiveId" clId="{D5D29C8B-2598-4729-9358-2FE0C325CBE7}" dt="2026-06-17T13:46:11.285" v="930" actId="164"/>
          <ac:grpSpMkLst>
            <pc:docMk/>
            <pc:sldMk cId="0" sldId="259"/>
            <ac:grpSpMk id="23" creationId="{82EF62F4-CBE5-D9D6-F165-B2DE306B7BD4}"/>
          </ac:grpSpMkLst>
        </pc:grpChg>
      </pc:sldChg>
      <pc:sldChg chg="addSp delSp modSp mod">
        <pc:chgData name="Minoo Mobin-Ventura" userId="041d1dc9328fdc3f" providerId="LiveId" clId="{D5D29C8B-2598-4729-9358-2FE0C325CBE7}" dt="2026-06-17T13:46:37.298" v="944" actId="1076"/>
        <pc:sldMkLst>
          <pc:docMk/>
          <pc:sldMk cId="0" sldId="260"/>
        </pc:sldMkLst>
        <pc:spChg chg="del">
          <ac:chgData name="Minoo Mobin-Ventura" userId="041d1dc9328fdc3f" providerId="LiveId" clId="{D5D29C8B-2598-4729-9358-2FE0C325CBE7}" dt="2026-06-17T13:46:19.724" v="932" actId="478"/>
          <ac:spMkLst>
            <pc:docMk/>
            <pc:sldMk cId="0" sldId="260"/>
            <ac:spMk id="2" creationId="{00000000-0000-0000-0000-000000000000}"/>
          </ac:spMkLst>
        </pc:spChg>
        <pc:spChg chg="del">
          <ac:chgData name="Minoo Mobin-Ventura" userId="041d1dc9328fdc3f" providerId="LiveId" clId="{D5D29C8B-2598-4729-9358-2FE0C325CBE7}" dt="2026-06-17T13:46:20.440" v="933" actId="478"/>
          <ac:spMkLst>
            <pc:docMk/>
            <pc:sldMk cId="0" sldId="260"/>
            <ac:spMk id="3" creationId="{00000000-0000-0000-0000-000000000000}"/>
          </ac:spMkLst>
        </pc:spChg>
        <pc:spChg chg="mod">
          <ac:chgData name="Minoo Mobin-Ventura" userId="041d1dc9328fdc3f" providerId="LiveId" clId="{D5D29C8B-2598-4729-9358-2FE0C325CBE7}" dt="2026-06-17T13:46:37.298" v="944" actId="1076"/>
          <ac:spMkLst>
            <pc:docMk/>
            <pc:sldMk cId="0" sldId="260"/>
            <ac:spMk id="10" creationId="{00000000-0000-0000-0000-000000000000}"/>
          </ac:spMkLst>
        </pc:spChg>
        <pc:spChg chg="mod">
          <ac:chgData name="Minoo Mobin-Ventura" userId="041d1dc9328fdc3f" providerId="LiveId" clId="{D5D29C8B-2598-4729-9358-2FE0C325CBE7}" dt="2026-06-17T13:46:37.298" v="944" actId="1076"/>
          <ac:spMkLst>
            <pc:docMk/>
            <pc:sldMk cId="0" sldId="260"/>
            <ac:spMk id="11" creationId="{00000000-0000-0000-0000-000000000000}"/>
          </ac:spMkLst>
        </pc:spChg>
        <pc:spChg chg="mod">
          <ac:chgData name="Minoo Mobin-Ventura" userId="041d1dc9328fdc3f" providerId="LiveId" clId="{D5D29C8B-2598-4729-9358-2FE0C325CBE7}" dt="2026-06-17T13:46:37.298" v="944" actId="1076"/>
          <ac:spMkLst>
            <pc:docMk/>
            <pc:sldMk cId="0" sldId="260"/>
            <ac:spMk id="19" creationId="{00000000-0000-0000-0000-000000000000}"/>
          </ac:spMkLst>
        </pc:spChg>
        <pc:spChg chg="mod">
          <ac:chgData name="Minoo Mobin-Ventura" userId="041d1dc9328fdc3f" providerId="LiveId" clId="{D5D29C8B-2598-4729-9358-2FE0C325CBE7}" dt="2026-06-17T13:46:37.298" v="944" actId="1076"/>
          <ac:spMkLst>
            <pc:docMk/>
            <pc:sldMk cId="0" sldId="260"/>
            <ac:spMk id="20" creationId="{00000000-0000-0000-0000-000000000000}"/>
          </ac:spMkLst>
        </pc:spChg>
        <pc:spChg chg="mod">
          <ac:chgData name="Minoo Mobin-Ventura" userId="041d1dc9328fdc3f" providerId="LiveId" clId="{D5D29C8B-2598-4729-9358-2FE0C325CBE7}" dt="2026-06-17T13:46:37.298" v="944" actId="1076"/>
          <ac:spMkLst>
            <pc:docMk/>
            <pc:sldMk cId="0" sldId="260"/>
            <ac:spMk id="21" creationId="{00000000-0000-0000-0000-000000000000}"/>
          </ac:spMkLst>
        </pc:spChg>
        <pc:spChg chg="mod">
          <ac:chgData name="Minoo Mobin-Ventura" userId="041d1dc9328fdc3f" providerId="LiveId" clId="{D5D29C8B-2598-4729-9358-2FE0C325CBE7}" dt="2026-06-17T13:46:37.298" v="944" actId="1076"/>
          <ac:spMkLst>
            <pc:docMk/>
            <pc:sldMk cId="0" sldId="260"/>
            <ac:spMk id="22" creationId="{00000000-0000-0000-0000-000000000000}"/>
          </ac:spMkLst>
        </pc:spChg>
        <pc:spChg chg="mod">
          <ac:chgData name="Minoo Mobin-Ventura" userId="041d1dc9328fdc3f" providerId="LiveId" clId="{D5D29C8B-2598-4729-9358-2FE0C325CBE7}" dt="2026-06-17T13:46:37.298" v="944" actId="1076"/>
          <ac:spMkLst>
            <pc:docMk/>
            <pc:sldMk cId="0" sldId="260"/>
            <ac:spMk id="23" creationId="{00000000-0000-0000-0000-000000000000}"/>
          </ac:spMkLst>
        </pc:spChg>
        <pc:spChg chg="mod">
          <ac:chgData name="Minoo Mobin-Ventura" userId="041d1dc9328fdc3f" providerId="LiveId" clId="{D5D29C8B-2598-4729-9358-2FE0C325CBE7}" dt="2026-06-17T13:46:37.298" v="944" actId="1076"/>
          <ac:spMkLst>
            <pc:docMk/>
            <pc:sldMk cId="0" sldId="260"/>
            <ac:spMk id="25" creationId="{00000000-0000-0000-0000-000000000000}"/>
          </ac:spMkLst>
        </pc:spChg>
        <pc:spChg chg="mod">
          <ac:chgData name="Minoo Mobin-Ventura" userId="041d1dc9328fdc3f" providerId="LiveId" clId="{D5D29C8B-2598-4729-9358-2FE0C325CBE7}" dt="2026-06-17T13:46:37.298" v="944" actId="1076"/>
          <ac:spMkLst>
            <pc:docMk/>
            <pc:sldMk cId="0" sldId="260"/>
            <ac:spMk id="28" creationId="{00000000-0000-0000-0000-000000000000}"/>
          </ac:spMkLst>
        </pc:spChg>
        <pc:spChg chg="mod">
          <ac:chgData name="Minoo Mobin-Ventura" userId="041d1dc9328fdc3f" providerId="LiveId" clId="{D5D29C8B-2598-4729-9358-2FE0C325CBE7}" dt="2026-06-17T13:46:37.298" v="944" actId="1076"/>
          <ac:spMkLst>
            <pc:docMk/>
            <pc:sldMk cId="0" sldId="260"/>
            <ac:spMk id="29" creationId="{00000000-0000-0000-0000-000000000000}"/>
          </ac:spMkLst>
        </pc:spChg>
        <pc:spChg chg="mod">
          <ac:chgData name="Minoo Mobin-Ventura" userId="041d1dc9328fdc3f" providerId="LiveId" clId="{D5D29C8B-2598-4729-9358-2FE0C325CBE7}" dt="2026-06-17T13:46:26.067" v="943" actId="20577"/>
          <ac:spMkLst>
            <pc:docMk/>
            <pc:sldMk cId="0" sldId="260"/>
            <ac:spMk id="34" creationId="{4F835628-843E-A7F9-C73E-F752105F0A97}"/>
          </ac:spMkLst>
        </pc:spChg>
        <pc:spChg chg="mod">
          <ac:chgData name="Minoo Mobin-Ventura" userId="041d1dc9328fdc3f" providerId="LiveId" clId="{D5D29C8B-2598-4729-9358-2FE0C325CBE7}" dt="2026-06-17T13:46:16.647" v="931"/>
          <ac:spMkLst>
            <pc:docMk/>
            <pc:sldMk cId="0" sldId="260"/>
            <ac:spMk id="35" creationId="{03E3DC83-C41C-09D5-1423-816595A8B186}"/>
          </ac:spMkLst>
        </pc:spChg>
        <pc:spChg chg="mod">
          <ac:chgData name="Minoo Mobin-Ventura" userId="041d1dc9328fdc3f" providerId="LiveId" clId="{D5D29C8B-2598-4729-9358-2FE0C325CBE7}" dt="2026-06-17T13:46:16.647" v="931"/>
          <ac:spMkLst>
            <pc:docMk/>
            <pc:sldMk cId="0" sldId="260"/>
            <ac:spMk id="36" creationId="{4117B631-EC5F-624F-AB28-69E993CB3DE9}"/>
          </ac:spMkLst>
        </pc:spChg>
        <pc:grpChg chg="add mod">
          <ac:chgData name="Minoo Mobin-Ventura" userId="041d1dc9328fdc3f" providerId="LiveId" clId="{D5D29C8B-2598-4729-9358-2FE0C325CBE7}" dt="2026-06-17T13:46:16.647" v="931"/>
          <ac:grpSpMkLst>
            <pc:docMk/>
            <pc:sldMk cId="0" sldId="260"/>
            <ac:grpSpMk id="32" creationId="{84FF1A52-8814-12F9-B9A3-A0C1ADC3433F}"/>
          </ac:grpSpMkLst>
        </pc:grpChg>
        <pc:grpChg chg="mod">
          <ac:chgData name="Minoo Mobin-Ventura" userId="041d1dc9328fdc3f" providerId="LiveId" clId="{D5D29C8B-2598-4729-9358-2FE0C325CBE7}" dt="2026-06-17T13:46:16.647" v="931"/>
          <ac:grpSpMkLst>
            <pc:docMk/>
            <pc:sldMk cId="0" sldId="260"/>
            <ac:grpSpMk id="33" creationId="{561977CE-E4EF-EF81-F623-96EFE4535069}"/>
          </ac:grpSpMkLst>
        </pc:grpChg>
      </pc:sldChg>
      <pc:sldChg chg="addSp delSp modSp mod">
        <pc:chgData name="Minoo Mobin-Ventura" userId="041d1dc9328fdc3f" providerId="LiveId" clId="{D5D29C8B-2598-4729-9358-2FE0C325CBE7}" dt="2026-06-17T13:47:13.609" v="957" actId="1076"/>
        <pc:sldMkLst>
          <pc:docMk/>
          <pc:sldMk cId="0" sldId="261"/>
        </pc:sldMkLst>
        <pc:spChg chg="del">
          <ac:chgData name="Minoo Mobin-Ventura" userId="041d1dc9328fdc3f" providerId="LiveId" clId="{D5D29C8B-2598-4729-9358-2FE0C325CBE7}" dt="2026-06-17T13:46:53.459" v="945" actId="478"/>
          <ac:spMkLst>
            <pc:docMk/>
            <pc:sldMk cId="0" sldId="261"/>
            <ac:spMk id="2" creationId="{00000000-0000-0000-0000-000000000000}"/>
          </ac:spMkLst>
        </pc:spChg>
        <pc:spChg chg="del">
          <ac:chgData name="Minoo Mobin-Ventura" userId="041d1dc9328fdc3f" providerId="LiveId" clId="{D5D29C8B-2598-4729-9358-2FE0C325CBE7}" dt="2026-06-17T13:46:54.942" v="946" actId="478"/>
          <ac:spMkLst>
            <pc:docMk/>
            <pc:sldMk cId="0" sldId="261"/>
            <ac:spMk id="3" creationId="{00000000-0000-0000-0000-000000000000}"/>
          </ac:spMkLst>
        </pc:spChg>
        <pc:spChg chg="del">
          <ac:chgData name="Minoo Mobin-Ventura" userId="041d1dc9328fdc3f" providerId="LiveId" clId="{D5D29C8B-2598-4729-9358-2FE0C325CBE7}" dt="2026-06-17T13:46:57.378" v="947" actId="478"/>
          <ac:spMkLst>
            <pc:docMk/>
            <pc:sldMk cId="0" sldId="261"/>
            <ac:spMk id="4" creationId="{00000000-0000-0000-0000-000000000000}"/>
          </ac:spMkLst>
        </pc:spChg>
        <pc:spChg chg="mod">
          <ac:chgData name="Minoo Mobin-Ventura" userId="041d1dc9328fdc3f" providerId="LiveId" clId="{D5D29C8B-2598-4729-9358-2FE0C325CBE7}" dt="2026-06-17T13:47:13.609" v="957" actId="1076"/>
          <ac:spMkLst>
            <pc:docMk/>
            <pc:sldMk cId="0" sldId="261"/>
            <ac:spMk id="5" creationId="{00000000-0000-0000-0000-000000000000}"/>
          </ac:spMkLst>
        </pc:spChg>
        <pc:spChg chg="mod">
          <ac:chgData name="Minoo Mobin-Ventura" userId="041d1dc9328fdc3f" providerId="LiveId" clId="{D5D29C8B-2598-4729-9358-2FE0C325CBE7}" dt="2026-06-17T13:47:13.609" v="957" actId="1076"/>
          <ac:spMkLst>
            <pc:docMk/>
            <pc:sldMk cId="0" sldId="261"/>
            <ac:spMk id="6" creationId="{00000000-0000-0000-0000-000000000000}"/>
          </ac:spMkLst>
        </pc:spChg>
        <pc:spChg chg="mod">
          <ac:chgData name="Minoo Mobin-Ventura" userId="041d1dc9328fdc3f" providerId="LiveId" clId="{D5D29C8B-2598-4729-9358-2FE0C325CBE7}" dt="2026-06-17T13:47:13.609" v="957" actId="1076"/>
          <ac:spMkLst>
            <pc:docMk/>
            <pc:sldMk cId="0" sldId="261"/>
            <ac:spMk id="7" creationId="{00000000-0000-0000-0000-000000000000}"/>
          </ac:spMkLst>
        </pc:spChg>
        <pc:spChg chg="mod">
          <ac:chgData name="Minoo Mobin-Ventura" userId="041d1dc9328fdc3f" providerId="LiveId" clId="{D5D29C8B-2598-4729-9358-2FE0C325CBE7}" dt="2026-06-17T13:47:13.609" v="957" actId="1076"/>
          <ac:spMkLst>
            <pc:docMk/>
            <pc:sldMk cId="0" sldId="261"/>
            <ac:spMk id="8" creationId="{00000000-0000-0000-0000-000000000000}"/>
          </ac:spMkLst>
        </pc:spChg>
        <pc:spChg chg="mod">
          <ac:chgData name="Minoo Mobin-Ventura" userId="041d1dc9328fdc3f" providerId="LiveId" clId="{D5D29C8B-2598-4729-9358-2FE0C325CBE7}" dt="2026-06-17T13:47:13.609" v="957" actId="1076"/>
          <ac:spMkLst>
            <pc:docMk/>
            <pc:sldMk cId="0" sldId="261"/>
            <ac:spMk id="9" creationId="{00000000-0000-0000-0000-000000000000}"/>
          </ac:spMkLst>
        </pc:spChg>
        <pc:spChg chg="mod">
          <ac:chgData name="Minoo Mobin-Ventura" userId="041d1dc9328fdc3f" providerId="LiveId" clId="{D5D29C8B-2598-4729-9358-2FE0C325CBE7}" dt="2026-06-17T13:47:13.609" v="957" actId="1076"/>
          <ac:spMkLst>
            <pc:docMk/>
            <pc:sldMk cId="0" sldId="261"/>
            <ac:spMk id="11" creationId="{00000000-0000-0000-0000-000000000000}"/>
          </ac:spMkLst>
        </pc:spChg>
        <pc:spChg chg="mod">
          <ac:chgData name="Minoo Mobin-Ventura" userId="041d1dc9328fdc3f" providerId="LiveId" clId="{D5D29C8B-2598-4729-9358-2FE0C325CBE7}" dt="2026-06-17T13:47:13.609" v="957" actId="1076"/>
          <ac:spMkLst>
            <pc:docMk/>
            <pc:sldMk cId="0" sldId="261"/>
            <ac:spMk id="15" creationId="{00000000-0000-0000-0000-000000000000}"/>
          </ac:spMkLst>
        </pc:spChg>
        <pc:spChg chg="mod">
          <ac:chgData name="Minoo Mobin-Ventura" userId="041d1dc9328fdc3f" providerId="LiveId" clId="{D5D29C8B-2598-4729-9358-2FE0C325CBE7}" dt="2026-06-17T13:47:13.609" v="957" actId="1076"/>
          <ac:spMkLst>
            <pc:docMk/>
            <pc:sldMk cId="0" sldId="261"/>
            <ac:spMk id="16" creationId="{00000000-0000-0000-0000-000000000000}"/>
          </ac:spMkLst>
        </pc:spChg>
        <pc:spChg chg="mod">
          <ac:chgData name="Minoo Mobin-Ventura" userId="041d1dc9328fdc3f" providerId="LiveId" clId="{D5D29C8B-2598-4729-9358-2FE0C325CBE7}" dt="2026-06-17T13:47:13.609" v="957" actId="1076"/>
          <ac:spMkLst>
            <pc:docMk/>
            <pc:sldMk cId="0" sldId="261"/>
            <ac:spMk id="17" creationId="{00000000-0000-0000-0000-000000000000}"/>
          </ac:spMkLst>
        </pc:spChg>
        <pc:spChg chg="mod">
          <ac:chgData name="Minoo Mobin-Ventura" userId="041d1dc9328fdc3f" providerId="LiveId" clId="{D5D29C8B-2598-4729-9358-2FE0C325CBE7}" dt="2026-06-17T13:47:13.609" v="957" actId="1076"/>
          <ac:spMkLst>
            <pc:docMk/>
            <pc:sldMk cId="0" sldId="261"/>
            <ac:spMk id="19" creationId="{00000000-0000-0000-0000-000000000000}"/>
          </ac:spMkLst>
        </pc:spChg>
        <pc:spChg chg="mod">
          <ac:chgData name="Minoo Mobin-Ventura" userId="041d1dc9328fdc3f" providerId="LiveId" clId="{D5D29C8B-2598-4729-9358-2FE0C325CBE7}" dt="2026-06-17T13:47:04.821" v="956" actId="20577"/>
          <ac:spMkLst>
            <pc:docMk/>
            <pc:sldMk cId="0" sldId="261"/>
            <ac:spMk id="22" creationId="{52A2E02F-80F6-81FA-0F2A-BF634306233E}"/>
          </ac:spMkLst>
        </pc:spChg>
        <pc:spChg chg="mod">
          <ac:chgData name="Minoo Mobin-Ventura" userId="041d1dc9328fdc3f" providerId="LiveId" clId="{D5D29C8B-2598-4729-9358-2FE0C325CBE7}" dt="2026-06-17T13:46:58.759" v="948"/>
          <ac:spMkLst>
            <pc:docMk/>
            <pc:sldMk cId="0" sldId="261"/>
            <ac:spMk id="23" creationId="{D0EFDCAE-547C-F9AE-2C26-B41B87835509}"/>
          </ac:spMkLst>
        </pc:spChg>
        <pc:spChg chg="mod">
          <ac:chgData name="Minoo Mobin-Ventura" userId="041d1dc9328fdc3f" providerId="LiveId" clId="{D5D29C8B-2598-4729-9358-2FE0C325CBE7}" dt="2026-06-17T13:46:58.759" v="948"/>
          <ac:spMkLst>
            <pc:docMk/>
            <pc:sldMk cId="0" sldId="261"/>
            <ac:spMk id="24" creationId="{C867C6D4-3E7C-9C07-85A0-6F6492F74DAC}"/>
          </ac:spMkLst>
        </pc:spChg>
        <pc:grpChg chg="add mod">
          <ac:chgData name="Minoo Mobin-Ventura" userId="041d1dc9328fdc3f" providerId="LiveId" clId="{D5D29C8B-2598-4729-9358-2FE0C325CBE7}" dt="2026-06-17T13:46:58.759" v="948"/>
          <ac:grpSpMkLst>
            <pc:docMk/>
            <pc:sldMk cId="0" sldId="261"/>
            <ac:grpSpMk id="20" creationId="{0B705E9F-642A-8E95-EE65-21F310D85AA4}"/>
          </ac:grpSpMkLst>
        </pc:grpChg>
        <pc:grpChg chg="mod">
          <ac:chgData name="Minoo Mobin-Ventura" userId="041d1dc9328fdc3f" providerId="LiveId" clId="{D5D29C8B-2598-4729-9358-2FE0C325CBE7}" dt="2026-06-17T13:46:58.759" v="948"/>
          <ac:grpSpMkLst>
            <pc:docMk/>
            <pc:sldMk cId="0" sldId="261"/>
            <ac:grpSpMk id="21" creationId="{B5171D1C-137F-E58C-A833-8520AABA63BC}"/>
          </ac:grpSpMkLst>
        </pc:grpChg>
      </pc:sldChg>
      <pc:sldChg chg="addSp delSp modSp mod">
        <pc:chgData name="Minoo Mobin-Ventura" userId="041d1dc9328fdc3f" providerId="LiveId" clId="{D5D29C8B-2598-4729-9358-2FE0C325CBE7}" dt="2026-06-17T14:20:32.571" v="1432" actId="1076"/>
        <pc:sldMkLst>
          <pc:docMk/>
          <pc:sldMk cId="0" sldId="262"/>
        </pc:sldMkLst>
        <pc:spChg chg="del">
          <ac:chgData name="Minoo Mobin-Ventura" userId="041d1dc9328fdc3f" providerId="LiveId" clId="{D5D29C8B-2598-4729-9358-2FE0C325CBE7}" dt="2026-06-17T13:47:19.589" v="958" actId="478"/>
          <ac:spMkLst>
            <pc:docMk/>
            <pc:sldMk cId="0" sldId="262"/>
            <ac:spMk id="2" creationId="{00000000-0000-0000-0000-000000000000}"/>
          </ac:spMkLst>
        </pc:spChg>
        <pc:spChg chg="del">
          <ac:chgData name="Minoo Mobin-Ventura" userId="041d1dc9328fdc3f" providerId="LiveId" clId="{D5D29C8B-2598-4729-9358-2FE0C325CBE7}" dt="2026-06-17T13:47:20.546" v="959" actId="478"/>
          <ac:spMkLst>
            <pc:docMk/>
            <pc:sldMk cId="0" sldId="262"/>
            <ac:spMk id="3" creationId="{00000000-0000-0000-0000-000000000000}"/>
          </ac:spMkLst>
        </pc:spChg>
        <pc:spChg chg="del">
          <ac:chgData name="Minoo Mobin-Ventura" userId="041d1dc9328fdc3f" providerId="LiveId" clId="{D5D29C8B-2598-4729-9358-2FE0C325CBE7}" dt="2026-06-17T13:47:22.508" v="960" actId="478"/>
          <ac:spMkLst>
            <pc:docMk/>
            <pc:sldMk cId="0" sldId="262"/>
            <ac:spMk id="4" creationId="{00000000-0000-0000-0000-000000000000}"/>
          </ac:spMkLst>
        </pc:spChg>
        <pc:spChg chg="mod">
          <ac:chgData name="Minoo Mobin-Ventura" userId="041d1dc9328fdc3f" providerId="LiveId" clId="{D5D29C8B-2598-4729-9358-2FE0C325CBE7}" dt="2026-06-17T14:10:17.405" v="1210" actId="20577"/>
          <ac:spMkLst>
            <pc:docMk/>
            <pc:sldMk cId="0" sldId="262"/>
            <ac:spMk id="5" creationId="{00000000-0000-0000-0000-000000000000}"/>
          </ac:spMkLst>
        </pc:spChg>
        <pc:spChg chg="mod">
          <ac:chgData name="Minoo Mobin-Ventura" userId="041d1dc9328fdc3f" providerId="LiveId" clId="{D5D29C8B-2598-4729-9358-2FE0C325CBE7}" dt="2026-06-17T14:09:41.741" v="1197" actId="20577"/>
          <ac:spMkLst>
            <pc:docMk/>
            <pc:sldMk cId="0" sldId="262"/>
            <ac:spMk id="6" creationId="{00000000-0000-0000-0000-000000000000}"/>
          </ac:spMkLst>
        </pc:spChg>
        <pc:spChg chg="del mod">
          <ac:chgData name="Minoo Mobin-Ventura" userId="041d1dc9328fdc3f" providerId="LiveId" clId="{D5D29C8B-2598-4729-9358-2FE0C325CBE7}" dt="2026-06-17T14:09:44.625" v="1198" actId="478"/>
          <ac:spMkLst>
            <pc:docMk/>
            <pc:sldMk cId="0" sldId="262"/>
            <ac:spMk id="7" creationId="{00000000-0000-0000-0000-000000000000}"/>
          </ac:spMkLst>
        </pc:spChg>
        <pc:spChg chg="del mod">
          <ac:chgData name="Minoo Mobin-Ventura" userId="041d1dc9328fdc3f" providerId="LiveId" clId="{D5D29C8B-2598-4729-9358-2FE0C325CBE7}" dt="2026-06-17T14:10:04.494" v="1204" actId="478"/>
          <ac:spMkLst>
            <pc:docMk/>
            <pc:sldMk cId="0" sldId="262"/>
            <ac:spMk id="9" creationId="{00000000-0000-0000-0000-000000000000}"/>
          </ac:spMkLst>
        </pc:spChg>
        <pc:spChg chg="del">
          <ac:chgData name="Minoo Mobin-Ventura" userId="041d1dc9328fdc3f" providerId="LiveId" clId="{D5D29C8B-2598-4729-9358-2FE0C325CBE7}" dt="2026-06-17T12:42:06.449" v="311" actId="478"/>
          <ac:spMkLst>
            <pc:docMk/>
            <pc:sldMk cId="0" sldId="262"/>
            <ac:spMk id="10" creationId="{00000000-0000-0000-0000-000000000000}"/>
          </ac:spMkLst>
        </pc:spChg>
        <pc:spChg chg="del mod">
          <ac:chgData name="Minoo Mobin-Ventura" userId="041d1dc9328fdc3f" providerId="LiveId" clId="{D5D29C8B-2598-4729-9358-2FE0C325CBE7}" dt="2026-06-17T14:09:56.461" v="1201" actId="478"/>
          <ac:spMkLst>
            <pc:docMk/>
            <pc:sldMk cId="0" sldId="262"/>
            <ac:spMk id="11" creationId="{00000000-0000-0000-0000-000000000000}"/>
          </ac:spMkLst>
        </pc:spChg>
        <pc:spChg chg="del mod">
          <ac:chgData name="Minoo Mobin-Ventura" userId="041d1dc9328fdc3f" providerId="LiveId" clId="{D5D29C8B-2598-4729-9358-2FE0C325CBE7}" dt="2026-06-17T14:09:55.329" v="1200" actId="478"/>
          <ac:spMkLst>
            <pc:docMk/>
            <pc:sldMk cId="0" sldId="262"/>
            <ac:spMk id="12" creationId="{00000000-0000-0000-0000-000000000000}"/>
          </ac:spMkLst>
        </pc:spChg>
        <pc:spChg chg="del mod">
          <ac:chgData name="Minoo Mobin-Ventura" userId="041d1dc9328fdc3f" providerId="LiveId" clId="{D5D29C8B-2598-4729-9358-2FE0C325CBE7}" dt="2026-06-17T14:09:59.031" v="1202" actId="478"/>
          <ac:spMkLst>
            <pc:docMk/>
            <pc:sldMk cId="0" sldId="262"/>
            <ac:spMk id="13" creationId="{00000000-0000-0000-0000-000000000000}"/>
          </ac:spMkLst>
        </pc:spChg>
        <pc:spChg chg="del mod">
          <ac:chgData name="Minoo Mobin-Ventura" userId="041d1dc9328fdc3f" providerId="LiveId" clId="{D5D29C8B-2598-4729-9358-2FE0C325CBE7}" dt="2026-06-17T14:10:00.572" v="1203" actId="478"/>
          <ac:spMkLst>
            <pc:docMk/>
            <pc:sldMk cId="0" sldId="262"/>
            <ac:spMk id="14" creationId="{00000000-0000-0000-0000-000000000000}"/>
          </ac:spMkLst>
        </pc:spChg>
        <pc:spChg chg="add del mod">
          <ac:chgData name="Minoo Mobin-Ventura" userId="041d1dc9328fdc3f" providerId="LiveId" clId="{D5D29C8B-2598-4729-9358-2FE0C325CBE7}" dt="2026-06-17T14:10:05.322" v="1205" actId="478"/>
          <ac:spMkLst>
            <pc:docMk/>
            <pc:sldMk cId="0" sldId="262"/>
            <ac:spMk id="15" creationId="{B3693362-6339-0947-B17D-D9C07EDFE74F}"/>
          </ac:spMkLst>
        </pc:spChg>
        <pc:spChg chg="mod">
          <ac:chgData name="Minoo Mobin-Ventura" userId="041d1dc9328fdc3f" providerId="LiveId" clId="{D5D29C8B-2598-4729-9358-2FE0C325CBE7}" dt="2026-06-17T13:47:30.071" v="965" actId="20577"/>
          <ac:spMkLst>
            <pc:docMk/>
            <pc:sldMk cId="0" sldId="262"/>
            <ac:spMk id="17" creationId="{494B4163-F202-3F79-2A0A-82A3D1855883}"/>
          </ac:spMkLst>
        </pc:spChg>
        <pc:spChg chg="mod">
          <ac:chgData name="Minoo Mobin-Ventura" userId="041d1dc9328fdc3f" providerId="LiveId" clId="{D5D29C8B-2598-4729-9358-2FE0C325CBE7}" dt="2026-06-17T13:47:24.068" v="961"/>
          <ac:spMkLst>
            <pc:docMk/>
            <pc:sldMk cId="0" sldId="262"/>
            <ac:spMk id="18" creationId="{0BE1B8C6-B3B3-5026-6EC0-069561AB8F4B}"/>
          </ac:spMkLst>
        </pc:spChg>
        <pc:spChg chg="mod">
          <ac:chgData name="Minoo Mobin-Ventura" userId="041d1dc9328fdc3f" providerId="LiveId" clId="{D5D29C8B-2598-4729-9358-2FE0C325CBE7}" dt="2026-06-17T13:47:24.068" v="961"/>
          <ac:spMkLst>
            <pc:docMk/>
            <pc:sldMk cId="0" sldId="262"/>
            <ac:spMk id="19" creationId="{0FDE0D14-F324-F3DF-A512-2CA5E578F428}"/>
          </ac:spMkLst>
        </pc:spChg>
        <pc:spChg chg="add mod">
          <ac:chgData name="Minoo Mobin-Ventura" userId="041d1dc9328fdc3f" providerId="LiveId" clId="{D5D29C8B-2598-4729-9358-2FE0C325CBE7}" dt="2026-06-17T14:20:11.150" v="1425" actId="14100"/>
          <ac:spMkLst>
            <pc:docMk/>
            <pc:sldMk cId="0" sldId="262"/>
            <ac:spMk id="20" creationId="{DA7345AC-FCA9-69BB-748B-2D48B3257DA5}"/>
          </ac:spMkLst>
        </pc:spChg>
        <pc:spChg chg="add mod">
          <ac:chgData name="Minoo Mobin-Ventura" userId="041d1dc9328fdc3f" providerId="LiveId" clId="{D5D29C8B-2598-4729-9358-2FE0C325CBE7}" dt="2026-06-17T14:20:13.499" v="1426" actId="14100"/>
          <ac:spMkLst>
            <pc:docMk/>
            <pc:sldMk cId="0" sldId="262"/>
            <ac:spMk id="21" creationId="{3C2097A0-57FE-0616-CBA2-C29EC81664C6}"/>
          </ac:spMkLst>
        </pc:spChg>
        <pc:spChg chg="add mod">
          <ac:chgData name="Minoo Mobin-Ventura" userId="041d1dc9328fdc3f" providerId="LiveId" clId="{D5D29C8B-2598-4729-9358-2FE0C325CBE7}" dt="2026-06-17T14:20:32.571" v="1432" actId="1076"/>
          <ac:spMkLst>
            <pc:docMk/>
            <pc:sldMk cId="0" sldId="262"/>
            <ac:spMk id="22" creationId="{866900DB-7B30-790B-7FEC-3A1FD7C83EC5}"/>
          </ac:spMkLst>
        </pc:spChg>
        <pc:grpChg chg="add mod">
          <ac:chgData name="Minoo Mobin-Ventura" userId="041d1dc9328fdc3f" providerId="LiveId" clId="{D5D29C8B-2598-4729-9358-2FE0C325CBE7}" dt="2026-06-17T13:47:24.068" v="961"/>
          <ac:grpSpMkLst>
            <pc:docMk/>
            <pc:sldMk cId="0" sldId="262"/>
            <ac:grpSpMk id="10" creationId="{B77CCBAD-7146-BB37-9E94-19332D4C316C}"/>
          </ac:grpSpMkLst>
        </pc:grpChg>
        <pc:grpChg chg="mod">
          <ac:chgData name="Minoo Mobin-Ventura" userId="041d1dc9328fdc3f" providerId="LiveId" clId="{D5D29C8B-2598-4729-9358-2FE0C325CBE7}" dt="2026-06-17T13:47:24.068" v="961"/>
          <ac:grpSpMkLst>
            <pc:docMk/>
            <pc:sldMk cId="0" sldId="262"/>
            <ac:grpSpMk id="16" creationId="{C40CDC36-9979-A5BB-DD9A-C4F784F7E722}"/>
          </ac:grpSpMkLst>
        </pc:grpChg>
        <pc:picChg chg="del mod">
          <ac:chgData name="Minoo Mobin-Ventura" userId="041d1dc9328fdc3f" providerId="LiveId" clId="{D5D29C8B-2598-4729-9358-2FE0C325CBE7}" dt="2026-06-17T14:09:47.033" v="1199" actId="478"/>
          <ac:picMkLst>
            <pc:docMk/>
            <pc:sldMk cId="0" sldId="262"/>
            <ac:picMk id="8" creationId="{00000000-0000-0000-0000-000000000000}"/>
          </ac:picMkLst>
        </pc:picChg>
      </pc:sldChg>
      <pc:sldChg chg="addSp delSp modSp mod">
        <pc:chgData name="Minoo Mobin-Ventura" userId="041d1dc9328fdc3f" providerId="LiveId" clId="{D5D29C8B-2598-4729-9358-2FE0C325CBE7}" dt="2026-06-17T14:21:04.198" v="1440" actId="14100"/>
        <pc:sldMkLst>
          <pc:docMk/>
          <pc:sldMk cId="0" sldId="263"/>
        </pc:sldMkLst>
        <pc:spChg chg="del">
          <ac:chgData name="Minoo Mobin-Ventura" userId="041d1dc9328fdc3f" providerId="LiveId" clId="{D5D29C8B-2598-4729-9358-2FE0C325CBE7}" dt="2026-06-17T13:47:39.955" v="966" actId="478"/>
          <ac:spMkLst>
            <pc:docMk/>
            <pc:sldMk cId="0" sldId="263"/>
            <ac:spMk id="2" creationId="{00000000-0000-0000-0000-000000000000}"/>
          </ac:spMkLst>
        </pc:spChg>
        <pc:spChg chg="del">
          <ac:chgData name="Minoo Mobin-Ventura" userId="041d1dc9328fdc3f" providerId="LiveId" clId="{D5D29C8B-2598-4729-9358-2FE0C325CBE7}" dt="2026-06-17T13:47:40.902" v="967" actId="478"/>
          <ac:spMkLst>
            <pc:docMk/>
            <pc:sldMk cId="0" sldId="263"/>
            <ac:spMk id="3" creationId="{00000000-0000-0000-0000-000000000000}"/>
          </ac:spMkLst>
        </pc:spChg>
        <pc:spChg chg="mod">
          <ac:chgData name="Minoo Mobin-Ventura" userId="041d1dc9328fdc3f" providerId="LiveId" clId="{D5D29C8B-2598-4729-9358-2FE0C325CBE7}" dt="2026-06-17T14:12:14.623" v="1238" actId="20577"/>
          <ac:spMkLst>
            <pc:docMk/>
            <pc:sldMk cId="0" sldId="263"/>
            <ac:spMk id="5" creationId="{00000000-0000-0000-0000-000000000000}"/>
          </ac:spMkLst>
        </pc:spChg>
        <pc:spChg chg="mod">
          <ac:chgData name="Minoo Mobin-Ventura" userId="041d1dc9328fdc3f" providerId="LiveId" clId="{D5D29C8B-2598-4729-9358-2FE0C325CBE7}" dt="2026-06-17T14:10:27.582" v="1215" actId="20577"/>
          <ac:spMkLst>
            <pc:docMk/>
            <pc:sldMk cId="0" sldId="263"/>
            <ac:spMk id="6" creationId="{00000000-0000-0000-0000-000000000000}"/>
          </ac:spMkLst>
        </pc:spChg>
        <pc:spChg chg="del mod">
          <ac:chgData name="Minoo Mobin-Ventura" userId="041d1dc9328fdc3f" providerId="LiveId" clId="{D5D29C8B-2598-4729-9358-2FE0C325CBE7}" dt="2026-06-17T14:10:53.755" v="1226" actId="478"/>
          <ac:spMkLst>
            <pc:docMk/>
            <pc:sldMk cId="0" sldId="263"/>
            <ac:spMk id="7" creationId="{00000000-0000-0000-0000-000000000000}"/>
          </ac:spMkLst>
        </pc:spChg>
        <pc:spChg chg="mod">
          <ac:chgData name="Minoo Mobin-Ventura" userId="041d1dc9328fdc3f" providerId="LiveId" clId="{D5D29C8B-2598-4729-9358-2FE0C325CBE7}" dt="2026-06-17T13:03:36.987" v="475" actId="164"/>
          <ac:spMkLst>
            <pc:docMk/>
            <pc:sldMk cId="0" sldId="263"/>
            <ac:spMk id="9" creationId="{00000000-0000-0000-0000-000000000000}"/>
          </ac:spMkLst>
        </pc:spChg>
        <pc:spChg chg="del mod">
          <ac:chgData name="Minoo Mobin-Ventura" userId="041d1dc9328fdc3f" providerId="LiveId" clId="{D5D29C8B-2598-4729-9358-2FE0C325CBE7}" dt="2026-06-17T12:34:23.476" v="58" actId="478"/>
          <ac:spMkLst>
            <pc:docMk/>
            <pc:sldMk cId="0" sldId="263"/>
            <ac:spMk id="10" creationId="{00000000-0000-0000-0000-000000000000}"/>
          </ac:spMkLst>
        </pc:spChg>
        <pc:spChg chg="del">
          <ac:chgData name="Minoo Mobin-Ventura" userId="041d1dc9328fdc3f" providerId="LiveId" clId="{D5D29C8B-2598-4729-9358-2FE0C325CBE7}" dt="2026-06-17T14:10:55.995" v="1227" actId="478"/>
          <ac:spMkLst>
            <pc:docMk/>
            <pc:sldMk cId="0" sldId="263"/>
            <ac:spMk id="11" creationId="{00000000-0000-0000-0000-000000000000}"/>
          </ac:spMkLst>
        </pc:spChg>
        <pc:spChg chg="del mod">
          <ac:chgData name="Minoo Mobin-Ventura" userId="041d1dc9328fdc3f" providerId="LiveId" clId="{D5D29C8B-2598-4729-9358-2FE0C325CBE7}" dt="2026-06-17T14:10:58.403" v="1228" actId="478"/>
          <ac:spMkLst>
            <pc:docMk/>
            <pc:sldMk cId="0" sldId="263"/>
            <ac:spMk id="12" creationId="{00000000-0000-0000-0000-000000000000}"/>
          </ac:spMkLst>
        </pc:spChg>
        <pc:spChg chg="del mod">
          <ac:chgData name="Minoo Mobin-Ventura" userId="041d1dc9328fdc3f" providerId="LiveId" clId="{D5D29C8B-2598-4729-9358-2FE0C325CBE7}" dt="2026-06-17T14:10:43.996" v="1221" actId="478"/>
          <ac:spMkLst>
            <pc:docMk/>
            <pc:sldMk cId="0" sldId="263"/>
            <ac:spMk id="13" creationId="{00000000-0000-0000-0000-000000000000}"/>
          </ac:spMkLst>
        </pc:spChg>
        <pc:spChg chg="del mod">
          <ac:chgData name="Minoo Mobin-Ventura" userId="041d1dc9328fdc3f" providerId="LiveId" clId="{D5D29C8B-2598-4729-9358-2FE0C325CBE7}" dt="2026-06-17T14:10:43.996" v="1221" actId="478"/>
          <ac:spMkLst>
            <pc:docMk/>
            <pc:sldMk cId="0" sldId="263"/>
            <ac:spMk id="15" creationId="{00000000-0000-0000-0000-000000000000}"/>
          </ac:spMkLst>
        </pc:spChg>
        <pc:spChg chg="del">
          <ac:chgData name="Minoo Mobin-Ventura" userId="041d1dc9328fdc3f" providerId="LiveId" clId="{D5D29C8B-2598-4729-9358-2FE0C325CBE7}" dt="2026-06-17T12:32:04.673" v="26" actId="478"/>
          <ac:spMkLst>
            <pc:docMk/>
            <pc:sldMk cId="0" sldId="263"/>
            <ac:spMk id="16" creationId="{00000000-0000-0000-0000-000000000000}"/>
          </ac:spMkLst>
        </pc:spChg>
        <pc:spChg chg="del mod">
          <ac:chgData name="Minoo Mobin-Ventura" userId="041d1dc9328fdc3f" providerId="LiveId" clId="{D5D29C8B-2598-4729-9358-2FE0C325CBE7}" dt="2026-06-17T14:10:43.996" v="1221" actId="478"/>
          <ac:spMkLst>
            <pc:docMk/>
            <pc:sldMk cId="0" sldId="263"/>
            <ac:spMk id="17" creationId="{00000000-0000-0000-0000-000000000000}"/>
          </ac:spMkLst>
        </pc:spChg>
        <pc:spChg chg="del mod">
          <ac:chgData name="Minoo Mobin-Ventura" userId="041d1dc9328fdc3f" providerId="LiveId" clId="{D5D29C8B-2598-4729-9358-2FE0C325CBE7}" dt="2026-06-17T14:10:43.996" v="1221" actId="478"/>
          <ac:spMkLst>
            <pc:docMk/>
            <pc:sldMk cId="0" sldId="263"/>
            <ac:spMk id="18" creationId="{00000000-0000-0000-0000-000000000000}"/>
          </ac:spMkLst>
        </pc:spChg>
        <pc:spChg chg="del mod">
          <ac:chgData name="Minoo Mobin-Ventura" userId="041d1dc9328fdc3f" providerId="LiveId" clId="{D5D29C8B-2598-4729-9358-2FE0C325CBE7}" dt="2026-06-17T14:10:44.632" v="1222" actId="478"/>
          <ac:spMkLst>
            <pc:docMk/>
            <pc:sldMk cId="0" sldId="263"/>
            <ac:spMk id="19" creationId="{00000000-0000-0000-0000-000000000000}"/>
          </ac:spMkLst>
        </pc:spChg>
        <pc:spChg chg="del">
          <ac:chgData name="Minoo Mobin-Ventura" userId="041d1dc9328fdc3f" providerId="LiveId" clId="{D5D29C8B-2598-4729-9358-2FE0C325CBE7}" dt="2026-06-17T12:32:08.777" v="27" actId="478"/>
          <ac:spMkLst>
            <pc:docMk/>
            <pc:sldMk cId="0" sldId="263"/>
            <ac:spMk id="22" creationId="{00000000-0000-0000-0000-000000000000}"/>
          </ac:spMkLst>
        </pc:spChg>
        <pc:spChg chg="del">
          <ac:chgData name="Minoo Mobin-Ventura" userId="041d1dc9328fdc3f" providerId="LiveId" clId="{D5D29C8B-2598-4729-9358-2FE0C325CBE7}" dt="2026-06-17T14:10:51.771" v="1224" actId="478"/>
          <ac:spMkLst>
            <pc:docMk/>
            <pc:sldMk cId="0" sldId="263"/>
            <ac:spMk id="23" creationId="{00000000-0000-0000-0000-000000000000}"/>
          </ac:spMkLst>
        </pc:spChg>
        <pc:spChg chg="del mod">
          <ac:chgData name="Minoo Mobin-Ventura" userId="041d1dc9328fdc3f" providerId="LiveId" clId="{D5D29C8B-2598-4729-9358-2FE0C325CBE7}" dt="2026-06-17T14:10:50.970" v="1223" actId="478"/>
          <ac:spMkLst>
            <pc:docMk/>
            <pc:sldMk cId="0" sldId="263"/>
            <ac:spMk id="24" creationId="{00000000-0000-0000-0000-000000000000}"/>
          </ac:spMkLst>
        </pc:spChg>
        <pc:spChg chg="del mod topLvl">
          <ac:chgData name="Minoo Mobin-Ventura" userId="041d1dc9328fdc3f" providerId="LiveId" clId="{D5D29C8B-2598-4729-9358-2FE0C325CBE7}" dt="2026-06-17T14:12:35.447" v="1239" actId="478"/>
          <ac:spMkLst>
            <pc:docMk/>
            <pc:sldMk cId="0" sldId="263"/>
            <ac:spMk id="25" creationId="{3BDFE569-11FC-4358-6186-03A8F77DEC43}"/>
          </ac:spMkLst>
        </pc:spChg>
        <pc:spChg chg="add del mod">
          <ac:chgData name="Minoo Mobin-Ventura" userId="041d1dc9328fdc3f" providerId="LiveId" clId="{D5D29C8B-2598-4729-9358-2FE0C325CBE7}" dt="2026-06-17T12:34:27.620" v="59" actId="478"/>
          <ac:spMkLst>
            <pc:docMk/>
            <pc:sldMk cId="0" sldId="263"/>
            <ac:spMk id="25" creationId="{DDB80493-8B29-B132-E48D-1E05FE57E056}"/>
          </ac:spMkLst>
        </pc:spChg>
        <pc:spChg chg="add del mod">
          <ac:chgData name="Minoo Mobin-Ventura" userId="041d1dc9328fdc3f" providerId="LiveId" clId="{D5D29C8B-2598-4729-9358-2FE0C325CBE7}" dt="2026-06-17T12:34:30.265" v="60" actId="478"/>
          <ac:spMkLst>
            <pc:docMk/>
            <pc:sldMk cId="0" sldId="263"/>
            <ac:spMk id="26" creationId="{4B436E4F-AE53-E420-878C-9AF4D274BB84}"/>
          </ac:spMkLst>
        </pc:spChg>
        <pc:spChg chg="mod">
          <ac:chgData name="Minoo Mobin-Ventura" userId="041d1dc9328fdc3f" providerId="LiveId" clId="{D5D29C8B-2598-4729-9358-2FE0C325CBE7}" dt="2026-06-17T13:47:43.706" v="968"/>
          <ac:spMkLst>
            <pc:docMk/>
            <pc:sldMk cId="0" sldId="263"/>
            <ac:spMk id="26" creationId="{C62DEBDD-B1AF-F11B-336F-C511CCD34D5F}"/>
          </ac:spMkLst>
        </pc:spChg>
        <pc:spChg chg="add mod">
          <ac:chgData name="Minoo Mobin-Ventura" userId="041d1dc9328fdc3f" providerId="LiveId" clId="{D5D29C8B-2598-4729-9358-2FE0C325CBE7}" dt="2026-06-17T13:03:36.987" v="475" actId="164"/>
          <ac:spMkLst>
            <pc:docMk/>
            <pc:sldMk cId="0" sldId="263"/>
            <ac:spMk id="27" creationId="{35E328AE-53BF-BA6A-33E5-727C76BAF05E}"/>
          </ac:spMkLst>
        </pc:spChg>
        <pc:spChg chg="add del mod">
          <ac:chgData name="Minoo Mobin-Ventura" userId="041d1dc9328fdc3f" providerId="LiveId" clId="{D5D29C8B-2598-4729-9358-2FE0C325CBE7}" dt="2026-06-17T14:10:43.996" v="1221" actId="478"/>
          <ac:spMkLst>
            <pc:docMk/>
            <pc:sldMk cId="0" sldId="263"/>
            <ac:spMk id="28" creationId="{9D229003-6A51-17FE-D37A-C964DF9E0DDA}"/>
          </ac:spMkLst>
        </pc:spChg>
        <pc:spChg chg="add mod">
          <ac:chgData name="Minoo Mobin-Ventura" userId="041d1dc9328fdc3f" providerId="LiveId" clId="{D5D29C8B-2598-4729-9358-2FE0C325CBE7}" dt="2026-06-17T13:52:54.102" v="1184" actId="1037"/>
          <ac:spMkLst>
            <pc:docMk/>
            <pc:sldMk cId="0" sldId="263"/>
            <ac:spMk id="29" creationId="{69438C1E-4453-A68A-51E8-FD5565BCBF0A}"/>
          </ac:spMkLst>
        </pc:spChg>
        <pc:spChg chg="mod">
          <ac:chgData name="Minoo Mobin-Ventura" userId="041d1dc9328fdc3f" providerId="LiveId" clId="{D5D29C8B-2598-4729-9358-2FE0C325CBE7}" dt="2026-06-17T13:47:43.706" v="968"/>
          <ac:spMkLst>
            <pc:docMk/>
            <pc:sldMk cId="0" sldId="263"/>
            <ac:spMk id="30" creationId="{FF26AB9B-084B-2549-5235-CA102CFCE040}"/>
          </ac:spMkLst>
        </pc:spChg>
        <pc:spChg chg="add mod">
          <ac:chgData name="Minoo Mobin-Ventura" userId="041d1dc9328fdc3f" providerId="LiveId" clId="{D5D29C8B-2598-4729-9358-2FE0C325CBE7}" dt="2026-06-17T14:20:57.383" v="1438" actId="208"/>
          <ac:spMkLst>
            <pc:docMk/>
            <pc:sldMk cId="0" sldId="263"/>
            <ac:spMk id="31" creationId="{39634935-15FE-5CFE-D7C3-A8B6CB7A621A}"/>
          </ac:spMkLst>
        </pc:spChg>
        <pc:spChg chg="add mod">
          <ac:chgData name="Minoo Mobin-Ventura" userId="041d1dc9328fdc3f" providerId="LiveId" clId="{D5D29C8B-2598-4729-9358-2FE0C325CBE7}" dt="2026-06-17T14:21:04.198" v="1440" actId="14100"/>
          <ac:spMkLst>
            <pc:docMk/>
            <pc:sldMk cId="0" sldId="263"/>
            <ac:spMk id="32" creationId="{00B2AAB1-3802-C8E8-741D-A28DFBDDA094}"/>
          </ac:spMkLst>
        </pc:spChg>
        <pc:grpChg chg="add del mod">
          <ac:chgData name="Minoo Mobin-Ventura" userId="041d1dc9328fdc3f" providerId="LiveId" clId="{D5D29C8B-2598-4729-9358-2FE0C325CBE7}" dt="2026-06-17T14:10:52.674" v="1225" actId="478"/>
          <ac:grpSpMkLst>
            <pc:docMk/>
            <pc:sldMk cId="0" sldId="263"/>
            <ac:grpSpMk id="10" creationId="{43ED7B53-68F2-BDA9-049B-3EAAB7CFC3A5}"/>
          </ac:grpSpMkLst>
        </pc:grpChg>
        <pc:grpChg chg="add del mod">
          <ac:chgData name="Minoo Mobin-Ventura" userId="041d1dc9328fdc3f" providerId="LiveId" clId="{D5D29C8B-2598-4729-9358-2FE0C325CBE7}" dt="2026-06-17T14:12:35.447" v="1239" actId="478"/>
          <ac:grpSpMkLst>
            <pc:docMk/>
            <pc:sldMk cId="0" sldId="263"/>
            <ac:grpSpMk id="16" creationId="{D37EB81A-F4FF-4FD5-DD3E-DD391240E62F}"/>
          </ac:grpSpMkLst>
        </pc:grpChg>
        <pc:grpChg chg="mod topLvl">
          <ac:chgData name="Minoo Mobin-Ventura" userId="041d1dc9328fdc3f" providerId="LiveId" clId="{D5D29C8B-2598-4729-9358-2FE0C325CBE7}" dt="2026-06-17T14:12:35.447" v="1239" actId="478"/>
          <ac:grpSpMkLst>
            <pc:docMk/>
            <pc:sldMk cId="0" sldId="263"/>
            <ac:grpSpMk id="22" creationId="{FA7E527F-A1F6-A0E4-A149-B87846EC714C}"/>
          </ac:grpSpMkLst>
        </pc:grpChg>
        <pc:picChg chg="mod">
          <ac:chgData name="Minoo Mobin-Ventura" userId="041d1dc9328fdc3f" providerId="LiveId" clId="{D5D29C8B-2598-4729-9358-2FE0C325CBE7}" dt="2026-06-17T13:03:36.987" v="475" actId="164"/>
          <ac:picMkLst>
            <pc:docMk/>
            <pc:sldMk cId="0" sldId="263"/>
            <ac:picMk id="8" creationId="{00000000-0000-0000-0000-000000000000}"/>
          </ac:picMkLst>
        </pc:picChg>
        <pc:picChg chg="del">
          <ac:chgData name="Minoo Mobin-Ventura" userId="041d1dc9328fdc3f" providerId="LiveId" clId="{D5D29C8B-2598-4729-9358-2FE0C325CBE7}" dt="2026-06-17T14:10:43.996" v="1221" actId="478"/>
          <ac:picMkLst>
            <pc:docMk/>
            <pc:sldMk cId="0" sldId="263"/>
            <ac:picMk id="14" creationId="{00000000-0000-0000-0000-000000000000}"/>
          </ac:picMkLst>
        </pc:picChg>
        <pc:picChg chg="del">
          <ac:chgData name="Minoo Mobin-Ventura" userId="041d1dc9328fdc3f" providerId="LiveId" clId="{D5D29C8B-2598-4729-9358-2FE0C325CBE7}" dt="2026-06-17T14:10:43.996" v="1221" actId="478"/>
          <ac:picMkLst>
            <pc:docMk/>
            <pc:sldMk cId="0" sldId="263"/>
            <ac:picMk id="20" creationId="{00000000-0000-0000-0000-000000000000}"/>
          </ac:picMkLst>
        </pc:picChg>
      </pc:sldChg>
      <pc:sldChg chg="addSp delSp modSp del mod">
        <pc:chgData name="Minoo Mobin-Ventura" userId="041d1dc9328fdc3f" providerId="LiveId" clId="{D5D29C8B-2598-4729-9358-2FE0C325CBE7}" dt="2026-06-17T14:11:48.458" v="1237" actId="47"/>
        <pc:sldMkLst>
          <pc:docMk/>
          <pc:sldMk cId="0" sldId="264"/>
        </pc:sldMkLst>
        <pc:spChg chg="del">
          <ac:chgData name="Minoo Mobin-Ventura" userId="041d1dc9328fdc3f" providerId="LiveId" clId="{D5D29C8B-2598-4729-9358-2FE0C325CBE7}" dt="2026-06-17T13:48:55.062" v="1002" actId="478"/>
          <ac:spMkLst>
            <pc:docMk/>
            <pc:sldMk cId="0" sldId="264"/>
            <ac:spMk id="2" creationId="{00000000-0000-0000-0000-000000000000}"/>
          </ac:spMkLst>
        </pc:spChg>
        <pc:spChg chg="del">
          <ac:chgData name="Minoo Mobin-Ventura" userId="041d1dc9328fdc3f" providerId="LiveId" clId="{D5D29C8B-2598-4729-9358-2FE0C325CBE7}" dt="2026-06-17T13:48:56.007" v="1003" actId="478"/>
          <ac:spMkLst>
            <pc:docMk/>
            <pc:sldMk cId="0" sldId="264"/>
            <ac:spMk id="3" creationId="{00000000-0000-0000-0000-000000000000}"/>
          </ac:spMkLst>
        </pc:spChg>
        <pc:spChg chg="del">
          <ac:chgData name="Minoo Mobin-Ventura" userId="041d1dc9328fdc3f" providerId="LiveId" clId="{D5D29C8B-2598-4729-9358-2FE0C325CBE7}" dt="2026-06-17T13:48:54.346" v="1001" actId="478"/>
          <ac:spMkLst>
            <pc:docMk/>
            <pc:sldMk cId="0" sldId="264"/>
            <ac:spMk id="4" creationId="{00000000-0000-0000-0000-000000000000}"/>
          </ac:spMkLst>
        </pc:spChg>
        <pc:spChg chg="mod">
          <ac:chgData name="Minoo Mobin-Ventura" userId="041d1dc9328fdc3f" providerId="LiveId" clId="{D5D29C8B-2598-4729-9358-2FE0C325CBE7}" dt="2026-06-17T13:53:55.797" v="1192" actId="1076"/>
          <ac:spMkLst>
            <pc:docMk/>
            <pc:sldMk cId="0" sldId="264"/>
            <ac:spMk id="5" creationId="{00000000-0000-0000-0000-000000000000}"/>
          </ac:spMkLst>
        </pc:spChg>
        <pc:spChg chg="mod">
          <ac:chgData name="Minoo Mobin-Ventura" userId="041d1dc9328fdc3f" providerId="LiveId" clId="{D5D29C8B-2598-4729-9358-2FE0C325CBE7}" dt="2026-06-17T13:53:55.797" v="1192" actId="1076"/>
          <ac:spMkLst>
            <pc:docMk/>
            <pc:sldMk cId="0" sldId="264"/>
            <ac:spMk id="6" creationId="{00000000-0000-0000-0000-000000000000}"/>
          </ac:spMkLst>
        </pc:spChg>
        <pc:spChg chg="mod">
          <ac:chgData name="Minoo Mobin-Ventura" userId="041d1dc9328fdc3f" providerId="LiveId" clId="{D5D29C8B-2598-4729-9358-2FE0C325CBE7}" dt="2026-06-17T13:53:55.797" v="1192" actId="1076"/>
          <ac:spMkLst>
            <pc:docMk/>
            <pc:sldMk cId="0" sldId="264"/>
            <ac:spMk id="7" creationId="{00000000-0000-0000-0000-000000000000}"/>
          </ac:spMkLst>
        </pc:spChg>
        <pc:spChg chg="mod">
          <ac:chgData name="Minoo Mobin-Ventura" userId="041d1dc9328fdc3f" providerId="LiveId" clId="{D5D29C8B-2598-4729-9358-2FE0C325CBE7}" dt="2026-06-17T13:53:55.797" v="1192" actId="1076"/>
          <ac:spMkLst>
            <pc:docMk/>
            <pc:sldMk cId="0" sldId="264"/>
            <ac:spMk id="8" creationId="{00000000-0000-0000-0000-000000000000}"/>
          </ac:spMkLst>
        </pc:spChg>
        <pc:spChg chg="mod">
          <ac:chgData name="Minoo Mobin-Ventura" userId="041d1dc9328fdc3f" providerId="LiveId" clId="{D5D29C8B-2598-4729-9358-2FE0C325CBE7}" dt="2026-06-17T13:53:55.797" v="1192" actId="1076"/>
          <ac:spMkLst>
            <pc:docMk/>
            <pc:sldMk cId="0" sldId="264"/>
            <ac:spMk id="12" creationId="{00000000-0000-0000-0000-000000000000}"/>
          </ac:spMkLst>
        </pc:spChg>
        <pc:spChg chg="mod">
          <ac:chgData name="Minoo Mobin-Ventura" userId="041d1dc9328fdc3f" providerId="LiveId" clId="{D5D29C8B-2598-4729-9358-2FE0C325CBE7}" dt="2026-06-17T13:53:55.797" v="1192" actId="1076"/>
          <ac:spMkLst>
            <pc:docMk/>
            <pc:sldMk cId="0" sldId="264"/>
            <ac:spMk id="13" creationId="{00000000-0000-0000-0000-000000000000}"/>
          </ac:spMkLst>
        </pc:spChg>
        <pc:spChg chg="mod">
          <ac:chgData name="Minoo Mobin-Ventura" userId="041d1dc9328fdc3f" providerId="LiveId" clId="{D5D29C8B-2598-4729-9358-2FE0C325CBE7}" dt="2026-06-17T13:53:55.797" v="1192" actId="1076"/>
          <ac:spMkLst>
            <pc:docMk/>
            <pc:sldMk cId="0" sldId="264"/>
            <ac:spMk id="16" creationId="{00000000-0000-0000-0000-000000000000}"/>
          </ac:spMkLst>
        </pc:spChg>
        <pc:spChg chg="mod">
          <ac:chgData name="Minoo Mobin-Ventura" userId="041d1dc9328fdc3f" providerId="LiveId" clId="{D5D29C8B-2598-4729-9358-2FE0C325CBE7}" dt="2026-06-17T13:53:55.797" v="1192" actId="1076"/>
          <ac:spMkLst>
            <pc:docMk/>
            <pc:sldMk cId="0" sldId="264"/>
            <ac:spMk id="17" creationId="{00000000-0000-0000-0000-000000000000}"/>
          </ac:spMkLst>
        </pc:spChg>
        <pc:spChg chg="mod">
          <ac:chgData name="Minoo Mobin-Ventura" userId="041d1dc9328fdc3f" providerId="LiveId" clId="{D5D29C8B-2598-4729-9358-2FE0C325CBE7}" dt="2026-06-17T13:53:55.797" v="1192" actId="1076"/>
          <ac:spMkLst>
            <pc:docMk/>
            <pc:sldMk cId="0" sldId="264"/>
            <ac:spMk id="19" creationId="{00000000-0000-0000-0000-000000000000}"/>
          </ac:spMkLst>
        </pc:spChg>
        <pc:spChg chg="mod">
          <ac:chgData name="Minoo Mobin-Ventura" userId="041d1dc9328fdc3f" providerId="LiveId" clId="{D5D29C8B-2598-4729-9358-2FE0C325CBE7}" dt="2026-06-17T13:53:55.797" v="1192" actId="1076"/>
          <ac:spMkLst>
            <pc:docMk/>
            <pc:sldMk cId="0" sldId="264"/>
            <ac:spMk id="22" creationId="{00000000-0000-0000-0000-000000000000}"/>
          </ac:spMkLst>
        </pc:spChg>
        <pc:spChg chg="mod">
          <ac:chgData name="Minoo Mobin-Ventura" userId="041d1dc9328fdc3f" providerId="LiveId" clId="{D5D29C8B-2598-4729-9358-2FE0C325CBE7}" dt="2026-06-17T13:49:10.583" v="1038" actId="20577"/>
          <ac:spMkLst>
            <pc:docMk/>
            <pc:sldMk cId="0" sldId="264"/>
            <ac:spMk id="25" creationId="{A07BD820-B2FD-F495-F9A8-FC891E309721}"/>
          </ac:spMkLst>
        </pc:spChg>
        <pc:spChg chg="mod">
          <ac:chgData name="Minoo Mobin-Ventura" userId="041d1dc9328fdc3f" providerId="LiveId" clId="{D5D29C8B-2598-4729-9358-2FE0C325CBE7}" dt="2026-06-17T13:48:57.475" v="1004"/>
          <ac:spMkLst>
            <pc:docMk/>
            <pc:sldMk cId="0" sldId="264"/>
            <ac:spMk id="26" creationId="{322A3FF1-D0CB-E9A5-8906-8F6BF3B64117}"/>
          </ac:spMkLst>
        </pc:spChg>
        <pc:spChg chg="mod">
          <ac:chgData name="Minoo Mobin-Ventura" userId="041d1dc9328fdc3f" providerId="LiveId" clId="{D5D29C8B-2598-4729-9358-2FE0C325CBE7}" dt="2026-06-17T13:48:57.475" v="1004"/>
          <ac:spMkLst>
            <pc:docMk/>
            <pc:sldMk cId="0" sldId="264"/>
            <ac:spMk id="27" creationId="{5C0FFB57-C125-54E0-A031-A6C180781049}"/>
          </ac:spMkLst>
        </pc:spChg>
        <pc:grpChg chg="add mod">
          <ac:chgData name="Minoo Mobin-Ventura" userId="041d1dc9328fdc3f" providerId="LiveId" clId="{D5D29C8B-2598-4729-9358-2FE0C325CBE7}" dt="2026-06-17T13:48:57.475" v="1004"/>
          <ac:grpSpMkLst>
            <pc:docMk/>
            <pc:sldMk cId="0" sldId="264"/>
            <ac:grpSpMk id="23" creationId="{23A9763C-CB13-D7D6-1197-28F89938ECD0}"/>
          </ac:grpSpMkLst>
        </pc:grpChg>
        <pc:grpChg chg="mod">
          <ac:chgData name="Minoo Mobin-Ventura" userId="041d1dc9328fdc3f" providerId="LiveId" clId="{D5D29C8B-2598-4729-9358-2FE0C325CBE7}" dt="2026-06-17T13:48:57.475" v="1004"/>
          <ac:grpSpMkLst>
            <pc:docMk/>
            <pc:sldMk cId="0" sldId="264"/>
            <ac:grpSpMk id="24" creationId="{C4126167-C352-8D59-44B0-D05BB2779437}"/>
          </ac:grpSpMkLst>
        </pc:grpChg>
      </pc:sldChg>
      <pc:sldChg chg="addSp delSp modSp del mod">
        <pc:chgData name="Minoo Mobin-Ventura" userId="041d1dc9328fdc3f" providerId="LiveId" clId="{D5D29C8B-2598-4729-9358-2FE0C325CBE7}" dt="2026-06-17T14:11:48.458" v="1237" actId="47"/>
        <pc:sldMkLst>
          <pc:docMk/>
          <pc:sldMk cId="0" sldId="265"/>
        </pc:sldMkLst>
        <pc:spChg chg="del">
          <ac:chgData name="Minoo Mobin-Ventura" userId="041d1dc9328fdc3f" providerId="LiveId" clId="{D5D29C8B-2598-4729-9358-2FE0C325CBE7}" dt="2026-06-17T13:49:18.192" v="1039" actId="478"/>
          <ac:spMkLst>
            <pc:docMk/>
            <pc:sldMk cId="0" sldId="265"/>
            <ac:spMk id="2" creationId="{00000000-0000-0000-0000-000000000000}"/>
          </ac:spMkLst>
        </pc:spChg>
        <pc:spChg chg="del">
          <ac:chgData name="Minoo Mobin-Ventura" userId="041d1dc9328fdc3f" providerId="LiveId" clId="{D5D29C8B-2598-4729-9358-2FE0C325CBE7}" dt="2026-06-17T13:49:21.107" v="1041" actId="478"/>
          <ac:spMkLst>
            <pc:docMk/>
            <pc:sldMk cId="0" sldId="265"/>
            <ac:spMk id="3" creationId="{00000000-0000-0000-0000-000000000000}"/>
          </ac:spMkLst>
        </pc:spChg>
        <pc:spChg chg="del">
          <ac:chgData name="Minoo Mobin-Ventura" userId="041d1dc9328fdc3f" providerId="LiveId" clId="{D5D29C8B-2598-4729-9358-2FE0C325CBE7}" dt="2026-06-17T13:49:20.244" v="1040" actId="478"/>
          <ac:spMkLst>
            <pc:docMk/>
            <pc:sldMk cId="0" sldId="265"/>
            <ac:spMk id="4" creationId="{00000000-0000-0000-0000-000000000000}"/>
          </ac:spMkLst>
        </pc:spChg>
        <pc:spChg chg="mod">
          <ac:chgData name="Minoo Mobin-Ventura" userId="041d1dc9328fdc3f" providerId="LiveId" clId="{D5D29C8B-2598-4729-9358-2FE0C325CBE7}" dt="2026-06-17T13:49:25.914" v="1047" actId="20577"/>
          <ac:spMkLst>
            <pc:docMk/>
            <pc:sldMk cId="0" sldId="265"/>
            <ac:spMk id="27" creationId="{8BC262F4-2F71-C4BA-D40E-86999838894F}"/>
          </ac:spMkLst>
        </pc:spChg>
        <pc:spChg chg="mod">
          <ac:chgData name="Minoo Mobin-Ventura" userId="041d1dc9328fdc3f" providerId="LiveId" clId="{D5D29C8B-2598-4729-9358-2FE0C325CBE7}" dt="2026-06-17T13:49:22.466" v="1042"/>
          <ac:spMkLst>
            <pc:docMk/>
            <pc:sldMk cId="0" sldId="265"/>
            <ac:spMk id="28" creationId="{F486CEB6-3D12-31C5-40DA-D850526B29A5}"/>
          </ac:spMkLst>
        </pc:spChg>
        <pc:spChg chg="mod">
          <ac:chgData name="Minoo Mobin-Ventura" userId="041d1dc9328fdc3f" providerId="LiveId" clId="{D5D29C8B-2598-4729-9358-2FE0C325CBE7}" dt="2026-06-17T13:49:22.466" v="1042"/>
          <ac:spMkLst>
            <pc:docMk/>
            <pc:sldMk cId="0" sldId="265"/>
            <ac:spMk id="29" creationId="{221DA6A2-66AF-CAD6-BD6C-E1ECF86BDAB3}"/>
          </ac:spMkLst>
        </pc:spChg>
        <pc:grpChg chg="add mod">
          <ac:chgData name="Minoo Mobin-Ventura" userId="041d1dc9328fdc3f" providerId="LiveId" clId="{D5D29C8B-2598-4729-9358-2FE0C325CBE7}" dt="2026-06-17T13:49:22.466" v="1042"/>
          <ac:grpSpMkLst>
            <pc:docMk/>
            <pc:sldMk cId="0" sldId="265"/>
            <ac:grpSpMk id="25" creationId="{BC733663-D294-640E-6F23-EC83AC168A06}"/>
          </ac:grpSpMkLst>
        </pc:grpChg>
        <pc:grpChg chg="mod">
          <ac:chgData name="Minoo Mobin-Ventura" userId="041d1dc9328fdc3f" providerId="LiveId" clId="{D5D29C8B-2598-4729-9358-2FE0C325CBE7}" dt="2026-06-17T13:49:22.466" v="1042"/>
          <ac:grpSpMkLst>
            <pc:docMk/>
            <pc:sldMk cId="0" sldId="265"/>
            <ac:grpSpMk id="26" creationId="{F74D45A7-7676-CBC7-88CF-CB96523E4EA3}"/>
          </ac:grpSpMkLst>
        </pc:grpChg>
      </pc:sldChg>
      <pc:sldChg chg="addSp delSp modSp del mod">
        <pc:chgData name="Minoo Mobin-Ventura" userId="041d1dc9328fdc3f" providerId="LiveId" clId="{D5D29C8B-2598-4729-9358-2FE0C325CBE7}" dt="2026-06-17T14:11:48.458" v="1237" actId="47"/>
        <pc:sldMkLst>
          <pc:docMk/>
          <pc:sldMk cId="0" sldId="266"/>
        </pc:sldMkLst>
        <pc:spChg chg="del">
          <ac:chgData name="Minoo Mobin-Ventura" userId="041d1dc9328fdc3f" providerId="LiveId" clId="{D5D29C8B-2598-4729-9358-2FE0C325CBE7}" dt="2026-06-17T13:49:34.911" v="1049" actId="478"/>
          <ac:spMkLst>
            <pc:docMk/>
            <pc:sldMk cId="0" sldId="266"/>
            <ac:spMk id="2" creationId="{00000000-0000-0000-0000-000000000000}"/>
          </ac:spMkLst>
        </pc:spChg>
        <pc:spChg chg="del">
          <ac:chgData name="Minoo Mobin-Ventura" userId="041d1dc9328fdc3f" providerId="LiveId" clId="{D5D29C8B-2598-4729-9358-2FE0C325CBE7}" dt="2026-06-17T13:49:35.735" v="1050" actId="478"/>
          <ac:spMkLst>
            <pc:docMk/>
            <pc:sldMk cId="0" sldId="266"/>
            <ac:spMk id="3" creationId="{00000000-0000-0000-0000-000000000000}"/>
          </ac:spMkLst>
        </pc:spChg>
        <pc:spChg chg="del">
          <ac:chgData name="Minoo Mobin-Ventura" userId="041d1dc9328fdc3f" providerId="LiveId" clId="{D5D29C8B-2598-4729-9358-2FE0C325CBE7}" dt="2026-06-17T13:49:34.195" v="1048" actId="478"/>
          <ac:spMkLst>
            <pc:docMk/>
            <pc:sldMk cId="0" sldId="266"/>
            <ac:spMk id="4" creationId="{00000000-0000-0000-0000-000000000000}"/>
          </ac:spMkLst>
        </pc:spChg>
        <pc:spChg chg="mod">
          <ac:chgData name="Minoo Mobin-Ventura" userId="041d1dc9328fdc3f" providerId="LiveId" clId="{D5D29C8B-2598-4729-9358-2FE0C325CBE7}" dt="2026-06-17T13:49:43.180" v="1060" actId="20577"/>
          <ac:spMkLst>
            <pc:docMk/>
            <pc:sldMk cId="0" sldId="266"/>
            <ac:spMk id="18" creationId="{7BF0EF96-E1C2-3DD6-9183-6B1BCB8F5CAC}"/>
          </ac:spMkLst>
        </pc:spChg>
        <pc:spChg chg="mod">
          <ac:chgData name="Minoo Mobin-Ventura" userId="041d1dc9328fdc3f" providerId="LiveId" clId="{D5D29C8B-2598-4729-9358-2FE0C325CBE7}" dt="2026-06-17T13:49:36.943" v="1051"/>
          <ac:spMkLst>
            <pc:docMk/>
            <pc:sldMk cId="0" sldId="266"/>
            <ac:spMk id="19" creationId="{683129E5-1799-D49F-3A79-57B8ECBF46E5}"/>
          </ac:spMkLst>
        </pc:spChg>
        <pc:spChg chg="mod">
          <ac:chgData name="Minoo Mobin-Ventura" userId="041d1dc9328fdc3f" providerId="LiveId" clId="{D5D29C8B-2598-4729-9358-2FE0C325CBE7}" dt="2026-06-17T13:49:36.943" v="1051"/>
          <ac:spMkLst>
            <pc:docMk/>
            <pc:sldMk cId="0" sldId="266"/>
            <ac:spMk id="20" creationId="{3885F8DA-0B52-F224-CF07-789B71958DCA}"/>
          </ac:spMkLst>
        </pc:spChg>
        <pc:grpChg chg="add mod">
          <ac:chgData name="Minoo Mobin-Ventura" userId="041d1dc9328fdc3f" providerId="LiveId" clId="{D5D29C8B-2598-4729-9358-2FE0C325CBE7}" dt="2026-06-17T13:49:36.943" v="1051"/>
          <ac:grpSpMkLst>
            <pc:docMk/>
            <pc:sldMk cId="0" sldId="266"/>
            <ac:grpSpMk id="16" creationId="{47AA31A8-E200-E08E-3AD6-3140F9DA5FF7}"/>
          </ac:grpSpMkLst>
        </pc:grpChg>
        <pc:grpChg chg="mod">
          <ac:chgData name="Minoo Mobin-Ventura" userId="041d1dc9328fdc3f" providerId="LiveId" clId="{D5D29C8B-2598-4729-9358-2FE0C325CBE7}" dt="2026-06-17T13:49:36.943" v="1051"/>
          <ac:grpSpMkLst>
            <pc:docMk/>
            <pc:sldMk cId="0" sldId="266"/>
            <ac:grpSpMk id="17" creationId="{5EB11765-9E71-DFB9-9AC3-2F5573EE0092}"/>
          </ac:grpSpMkLst>
        </pc:grpChg>
      </pc:sldChg>
      <pc:sldChg chg="addSp delSp modSp del mod">
        <pc:chgData name="Minoo Mobin-Ventura" userId="041d1dc9328fdc3f" providerId="LiveId" clId="{D5D29C8B-2598-4729-9358-2FE0C325CBE7}" dt="2026-06-17T14:11:48.458" v="1237" actId="47"/>
        <pc:sldMkLst>
          <pc:docMk/>
          <pc:sldMk cId="0" sldId="267"/>
        </pc:sldMkLst>
        <pc:spChg chg="del">
          <ac:chgData name="Minoo Mobin-Ventura" userId="041d1dc9328fdc3f" providerId="LiveId" clId="{D5D29C8B-2598-4729-9358-2FE0C325CBE7}" dt="2026-06-17T13:49:58.051" v="1062" actId="478"/>
          <ac:spMkLst>
            <pc:docMk/>
            <pc:sldMk cId="0" sldId="267"/>
            <ac:spMk id="2" creationId="{00000000-0000-0000-0000-000000000000}"/>
          </ac:spMkLst>
        </pc:spChg>
        <pc:spChg chg="del">
          <ac:chgData name="Minoo Mobin-Ventura" userId="041d1dc9328fdc3f" providerId="LiveId" clId="{D5D29C8B-2598-4729-9358-2FE0C325CBE7}" dt="2026-06-17T13:49:58.687" v="1063" actId="478"/>
          <ac:spMkLst>
            <pc:docMk/>
            <pc:sldMk cId="0" sldId="267"/>
            <ac:spMk id="3" creationId="{00000000-0000-0000-0000-000000000000}"/>
          </ac:spMkLst>
        </pc:spChg>
        <pc:spChg chg="del">
          <ac:chgData name="Minoo Mobin-Ventura" userId="041d1dc9328fdc3f" providerId="LiveId" clId="{D5D29C8B-2598-4729-9358-2FE0C325CBE7}" dt="2026-06-17T13:49:57.394" v="1061" actId="478"/>
          <ac:spMkLst>
            <pc:docMk/>
            <pc:sldMk cId="0" sldId="267"/>
            <ac:spMk id="4" creationId="{00000000-0000-0000-0000-000000000000}"/>
          </ac:spMkLst>
        </pc:spChg>
        <pc:spChg chg="mod">
          <ac:chgData name="Minoo Mobin-Ventura" userId="041d1dc9328fdc3f" providerId="LiveId" clId="{D5D29C8B-2598-4729-9358-2FE0C325CBE7}" dt="2026-06-17T13:50:32.823" v="1087" actId="20577"/>
          <ac:spMkLst>
            <pc:docMk/>
            <pc:sldMk cId="0" sldId="267"/>
            <ac:spMk id="25" creationId="{0FD51CE0-EC68-11EE-0221-4D0E6C1F7E1E}"/>
          </ac:spMkLst>
        </pc:spChg>
        <pc:spChg chg="mod">
          <ac:chgData name="Minoo Mobin-Ventura" userId="041d1dc9328fdc3f" providerId="LiveId" clId="{D5D29C8B-2598-4729-9358-2FE0C325CBE7}" dt="2026-06-17T13:49:59.953" v="1064"/>
          <ac:spMkLst>
            <pc:docMk/>
            <pc:sldMk cId="0" sldId="267"/>
            <ac:spMk id="26" creationId="{7EA11AFB-A406-5B49-9364-B289BCF2CFB3}"/>
          </ac:spMkLst>
        </pc:spChg>
        <pc:spChg chg="mod">
          <ac:chgData name="Minoo Mobin-Ventura" userId="041d1dc9328fdc3f" providerId="LiveId" clId="{D5D29C8B-2598-4729-9358-2FE0C325CBE7}" dt="2026-06-17T13:49:59.953" v="1064"/>
          <ac:spMkLst>
            <pc:docMk/>
            <pc:sldMk cId="0" sldId="267"/>
            <ac:spMk id="27" creationId="{952E3706-D9C3-7018-E558-6A7E4A15A217}"/>
          </ac:spMkLst>
        </pc:spChg>
        <pc:grpChg chg="add mod">
          <ac:chgData name="Minoo Mobin-Ventura" userId="041d1dc9328fdc3f" providerId="LiveId" clId="{D5D29C8B-2598-4729-9358-2FE0C325CBE7}" dt="2026-06-17T13:49:59.953" v="1064"/>
          <ac:grpSpMkLst>
            <pc:docMk/>
            <pc:sldMk cId="0" sldId="267"/>
            <ac:grpSpMk id="23" creationId="{CBC6B105-FB1D-83ED-0B55-E981137EF4C0}"/>
          </ac:grpSpMkLst>
        </pc:grpChg>
        <pc:grpChg chg="mod">
          <ac:chgData name="Minoo Mobin-Ventura" userId="041d1dc9328fdc3f" providerId="LiveId" clId="{D5D29C8B-2598-4729-9358-2FE0C325CBE7}" dt="2026-06-17T13:49:59.953" v="1064"/>
          <ac:grpSpMkLst>
            <pc:docMk/>
            <pc:sldMk cId="0" sldId="267"/>
            <ac:grpSpMk id="24" creationId="{8016B017-7BBB-DA76-1F07-44222B72ED96}"/>
          </ac:grpSpMkLst>
        </pc:grpChg>
      </pc:sldChg>
      <pc:sldChg chg="addSp delSp modSp del mod">
        <pc:chgData name="Minoo Mobin-Ventura" userId="041d1dc9328fdc3f" providerId="LiveId" clId="{D5D29C8B-2598-4729-9358-2FE0C325CBE7}" dt="2026-06-17T14:11:48.458" v="1237" actId="47"/>
        <pc:sldMkLst>
          <pc:docMk/>
          <pc:sldMk cId="0" sldId="268"/>
        </pc:sldMkLst>
        <pc:spChg chg="del">
          <ac:chgData name="Minoo Mobin-Ventura" userId="041d1dc9328fdc3f" providerId="LiveId" clId="{D5D29C8B-2598-4729-9358-2FE0C325CBE7}" dt="2026-06-17T13:50:39.666" v="1089" actId="478"/>
          <ac:spMkLst>
            <pc:docMk/>
            <pc:sldMk cId="0" sldId="268"/>
            <ac:spMk id="2" creationId="{00000000-0000-0000-0000-000000000000}"/>
          </ac:spMkLst>
        </pc:spChg>
        <pc:spChg chg="del">
          <ac:chgData name="Minoo Mobin-Ventura" userId="041d1dc9328fdc3f" providerId="LiveId" clId="{D5D29C8B-2598-4729-9358-2FE0C325CBE7}" dt="2026-06-17T13:50:40.472" v="1090" actId="478"/>
          <ac:spMkLst>
            <pc:docMk/>
            <pc:sldMk cId="0" sldId="268"/>
            <ac:spMk id="3" creationId="{00000000-0000-0000-0000-000000000000}"/>
          </ac:spMkLst>
        </pc:spChg>
        <pc:spChg chg="del">
          <ac:chgData name="Minoo Mobin-Ventura" userId="041d1dc9328fdc3f" providerId="LiveId" clId="{D5D29C8B-2598-4729-9358-2FE0C325CBE7}" dt="2026-06-17T13:50:38.949" v="1088" actId="478"/>
          <ac:spMkLst>
            <pc:docMk/>
            <pc:sldMk cId="0" sldId="268"/>
            <ac:spMk id="4" creationId="{00000000-0000-0000-0000-000000000000}"/>
          </ac:spMkLst>
        </pc:spChg>
        <pc:spChg chg="mod">
          <ac:chgData name="Minoo Mobin-Ventura" userId="041d1dc9328fdc3f" providerId="LiveId" clId="{D5D29C8B-2598-4729-9358-2FE0C325CBE7}" dt="2026-06-17T12:55:52.529" v="453" actId="1035"/>
          <ac:spMkLst>
            <pc:docMk/>
            <pc:sldMk cId="0" sldId="268"/>
            <ac:spMk id="19" creationId="{00000000-0000-0000-0000-000000000000}"/>
          </ac:spMkLst>
        </pc:spChg>
        <pc:spChg chg="mod">
          <ac:chgData name="Minoo Mobin-Ventura" userId="041d1dc9328fdc3f" providerId="LiveId" clId="{D5D29C8B-2598-4729-9358-2FE0C325CBE7}" dt="2026-06-17T13:50:45.981" v="1102" actId="20577"/>
          <ac:spMkLst>
            <pc:docMk/>
            <pc:sldMk cId="0" sldId="268"/>
            <ac:spMk id="28" creationId="{CE0D1B9A-14F1-B1DA-C013-1CA026E8FE89}"/>
          </ac:spMkLst>
        </pc:spChg>
        <pc:spChg chg="mod">
          <ac:chgData name="Minoo Mobin-Ventura" userId="041d1dc9328fdc3f" providerId="LiveId" clId="{D5D29C8B-2598-4729-9358-2FE0C325CBE7}" dt="2026-06-17T13:50:41.763" v="1091"/>
          <ac:spMkLst>
            <pc:docMk/>
            <pc:sldMk cId="0" sldId="268"/>
            <ac:spMk id="29" creationId="{A63C2F2F-0277-82B2-C20B-9C5BCC163AFA}"/>
          </ac:spMkLst>
        </pc:spChg>
        <pc:spChg chg="mod">
          <ac:chgData name="Minoo Mobin-Ventura" userId="041d1dc9328fdc3f" providerId="LiveId" clId="{D5D29C8B-2598-4729-9358-2FE0C325CBE7}" dt="2026-06-17T13:50:41.763" v="1091"/>
          <ac:spMkLst>
            <pc:docMk/>
            <pc:sldMk cId="0" sldId="268"/>
            <ac:spMk id="30" creationId="{EE65030A-8A09-A0EB-B086-A6A41124FFC4}"/>
          </ac:spMkLst>
        </pc:spChg>
        <pc:grpChg chg="add mod">
          <ac:chgData name="Minoo Mobin-Ventura" userId="041d1dc9328fdc3f" providerId="LiveId" clId="{D5D29C8B-2598-4729-9358-2FE0C325CBE7}" dt="2026-06-17T13:50:41.763" v="1091"/>
          <ac:grpSpMkLst>
            <pc:docMk/>
            <pc:sldMk cId="0" sldId="268"/>
            <ac:grpSpMk id="26" creationId="{3FC9187F-FDBD-909A-79AD-7D6DF9EDF7DD}"/>
          </ac:grpSpMkLst>
        </pc:grpChg>
        <pc:grpChg chg="mod">
          <ac:chgData name="Minoo Mobin-Ventura" userId="041d1dc9328fdc3f" providerId="LiveId" clId="{D5D29C8B-2598-4729-9358-2FE0C325CBE7}" dt="2026-06-17T13:50:41.763" v="1091"/>
          <ac:grpSpMkLst>
            <pc:docMk/>
            <pc:sldMk cId="0" sldId="268"/>
            <ac:grpSpMk id="27" creationId="{FD487D4E-5E93-3E56-BC02-0D443DBFDE1F}"/>
          </ac:grpSpMkLst>
        </pc:grpChg>
        <pc:picChg chg="add del">
          <ac:chgData name="Minoo Mobin-Ventura" userId="041d1dc9328fdc3f" providerId="LiveId" clId="{D5D29C8B-2598-4729-9358-2FE0C325CBE7}" dt="2026-06-17T12:55:14.122" v="432" actId="478"/>
          <ac:picMkLst>
            <pc:docMk/>
            <pc:sldMk cId="0" sldId="268"/>
            <ac:picMk id="27" creationId="{51F278C8-9E08-0C17-4874-E910B2010E49}"/>
          </ac:picMkLst>
        </pc:picChg>
      </pc:sldChg>
      <pc:sldChg chg="addSp delSp modSp del mod">
        <pc:chgData name="Minoo Mobin-Ventura" userId="041d1dc9328fdc3f" providerId="LiveId" clId="{D5D29C8B-2598-4729-9358-2FE0C325CBE7}" dt="2026-06-17T14:11:48.458" v="1237" actId="47"/>
        <pc:sldMkLst>
          <pc:docMk/>
          <pc:sldMk cId="0" sldId="269"/>
        </pc:sldMkLst>
        <pc:spChg chg="del">
          <ac:chgData name="Minoo Mobin-Ventura" userId="041d1dc9328fdc3f" providerId="LiveId" clId="{D5D29C8B-2598-4729-9358-2FE0C325CBE7}" dt="2026-06-17T13:50:51.033" v="1103" actId="478"/>
          <ac:spMkLst>
            <pc:docMk/>
            <pc:sldMk cId="0" sldId="269"/>
            <ac:spMk id="2" creationId="{00000000-0000-0000-0000-000000000000}"/>
          </ac:spMkLst>
        </pc:spChg>
        <pc:spChg chg="del">
          <ac:chgData name="Minoo Mobin-Ventura" userId="041d1dc9328fdc3f" providerId="LiveId" clId="{D5D29C8B-2598-4729-9358-2FE0C325CBE7}" dt="2026-06-17T13:50:53.557" v="1105" actId="478"/>
          <ac:spMkLst>
            <pc:docMk/>
            <pc:sldMk cId="0" sldId="269"/>
            <ac:spMk id="3" creationId="{00000000-0000-0000-0000-000000000000}"/>
          </ac:spMkLst>
        </pc:spChg>
        <pc:spChg chg="del">
          <ac:chgData name="Minoo Mobin-Ventura" userId="041d1dc9328fdc3f" providerId="LiveId" clId="{D5D29C8B-2598-4729-9358-2FE0C325CBE7}" dt="2026-06-17T13:50:52.764" v="1104" actId="478"/>
          <ac:spMkLst>
            <pc:docMk/>
            <pc:sldMk cId="0" sldId="269"/>
            <ac:spMk id="4" creationId="{00000000-0000-0000-0000-000000000000}"/>
          </ac:spMkLst>
        </pc:spChg>
        <pc:spChg chg="mod">
          <ac:chgData name="Minoo Mobin-Ventura" userId="041d1dc9328fdc3f" providerId="LiveId" clId="{D5D29C8B-2598-4729-9358-2FE0C325CBE7}" dt="2026-06-17T13:50:58.633" v="1111" actId="20577"/>
          <ac:spMkLst>
            <pc:docMk/>
            <pc:sldMk cId="0" sldId="269"/>
            <ac:spMk id="33" creationId="{1F7CDC9D-20FC-EFAD-EE3B-7778801BA786}"/>
          </ac:spMkLst>
        </pc:spChg>
        <pc:spChg chg="mod">
          <ac:chgData name="Minoo Mobin-Ventura" userId="041d1dc9328fdc3f" providerId="LiveId" clId="{D5D29C8B-2598-4729-9358-2FE0C325CBE7}" dt="2026-06-17T13:50:54.897" v="1106"/>
          <ac:spMkLst>
            <pc:docMk/>
            <pc:sldMk cId="0" sldId="269"/>
            <ac:spMk id="34" creationId="{3045E925-8A17-27C3-7D43-071C44A7A2E7}"/>
          </ac:spMkLst>
        </pc:spChg>
        <pc:spChg chg="mod">
          <ac:chgData name="Minoo Mobin-Ventura" userId="041d1dc9328fdc3f" providerId="LiveId" clId="{D5D29C8B-2598-4729-9358-2FE0C325CBE7}" dt="2026-06-17T13:50:54.897" v="1106"/>
          <ac:spMkLst>
            <pc:docMk/>
            <pc:sldMk cId="0" sldId="269"/>
            <ac:spMk id="35" creationId="{D268F01B-F312-20F5-4D58-C8EA01F54FA3}"/>
          </ac:spMkLst>
        </pc:spChg>
        <pc:grpChg chg="add mod">
          <ac:chgData name="Minoo Mobin-Ventura" userId="041d1dc9328fdc3f" providerId="LiveId" clId="{D5D29C8B-2598-4729-9358-2FE0C325CBE7}" dt="2026-06-17T13:50:54.897" v="1106"/>
          <ac:grpSpMkLst>
            <pc:docMk/>
            <pc:sldMk cId="0" sldId="269"/>
            <ac:grpSpMk id="31" creationId="{5E56DA59-A176-6EB5-3522-83D640B9A3ED}"/>
          </ac:grpSpMkLst>
        </pc:grpChg>
        <pc:grpChg chg="mod">
          <ac:chgData name="Minoo Mobin-Ventura" userId="041d1dc9328fdc3f" providerId="LiveId" clId="{D5D29C8B-2598-4729-9358-2FE0C325CBE7}" dt="2026-06-17T13:50:54.897" v="1106"/>
          <ac:grpSpMkLst>
            <pc:docMk/>
            <pc:sldMk cId="0" sldId="269"/>
            <ac:grpSpMk id="32" creationId="{E253F2B0-55C9-2C81-BCCA-65BC70D61601}"/>
          </ac:grpSpMkLst>
        </pc:grpChg>
      </pc:sldChg>
      <pc:sldChg chg="addSp delSp modSp del mod">
        <pc:chgData name="Minoo Mobin-Ventura" userId="041d1dc9328fdc3f" providerId="LiveId" clId="{D5D29C8B-2598-4729-9358-2FE0C325CBE7}" dt="2026-06-17T14:11:48.458" v="1237" actId="47"/>
        <pc:sldMkLst>
          <pc:docMk/>
          <pc:sldMk cId="0" sldId="270"/>
        </pc:sldMkLst>
        <pc:spChg chg="add del">
          <ac:chgData name="Minoo Mobin-Ventura" userId="041d1dc9328fdc3f" providerId="LiveId" clId="{D5D29C8B-2598-4729-9358-2FE0C325CBE7}" dt="2026-06-17T13:51:16.431" v="1119" actId="478"/>
          <ac:spMkLst>
            <pc:docMk/>
            <pc:sldMk cId="0" sldId="270"/>
            <ac:spMk id="2" creationId="{00000000-0000-0000-0000-000000000000}"/>
          </ac:spMkLst>
        </pc:spChg>
        <pc:spChg chg="add del">
          <ac:chgData name="Minoo Mobin-Ventura" userId="041d1dc9328fdc3f" providerId="LiveId" clId="{D5D29C8B-2598-4729-9358-2FE0C325CBE7}" dt="2026-06-17T13:51:17.365" v="1120" actId="478"/>
          <ac:spMkLst>
            <pc:docMk/>
            <pc:sldMk cId="0" sldId="270"/>
            <ac:spMk id="3" creationId="{00000000-0000-0000-0000-000000000000}"/>
          </ac:spMkLst>
        </pc:spChg>
        <pc:spChg chg="add del">
          <ac:chgData name="Minoo Mobin-Ventura" userId="041d1dc9328fdc3f" providerId="LiveId" clId="{D5D29C8B-2598-4729-9358-2FE0C325CBE7}" dt="2026-06-17T13:51:15.753" v="1118" actId="478"/>
          <ac:spMkLst>
            <pc:docMk/>
            <pc:sldMk cId="0" sldId="270"/>
            <ac:spMk id="4" creationId="{00000000-0000-0000-0000-000000000000}"/>
          </ac:spMkLst>
        </pc:spChg>
        <pc:spChg chg="mod">
          <ac:chgData name="Minoo Mobin-Ventura" userId="041d1dc9328fdc3f" providerId="LiveId" clId="{D5D29C8B-2598-4729-9358-2FE0C325CBE7}" dt="2026-06-17T13:51:24.172" v="1133" actId="20577"/>
          <ac:spMkLst>
            <pc:docMk/>
            <pc:sldMk cId="0" sldId="270"/>
            <ac:spMk id="25" creationId="{0F8EC562-1516-E836-CB49-4C881D8F77B0}"/>
          </ac:spMkLst>
        </pc:spChg>
        <pc:spChg chg="mod">
          <ac:chgData name="Minoo Mobin-Ventura" userId="041d1dc9328fdc3f" providerId="LiveId" clId="{D5D29C8B-2598-4729-9358-2FE0C325CBE7}" dt="2026-06-17T13:51:18.530" v="1121"/>
          <ac:spMkLst>
            <pc:docMk/>
            <pc:sldMk cId="0" sldId="270"/>
            <ac:spMk id="26" creationId="{5D1F6F81-2313-EA51-F412-45CEA1B05F92}"/>
          </ac:spMkLst>
        </pc:spChg>
        <pc:spChg chg="mod">
          <ac:chgData name="Minoo Mobin-Ventura" userId="041d1dc9328fdc3f" providerId="LiveId" clId="{D5D29C8B-2598-4729-9358-2FE0C325CBE7}" dt="2026-06-17T13:51:18.530" v="1121"/>
          <ac:spMkLst>
            <pc:docMk/>
            <pc:sldMk cId="0" sldId="270"/>
            <ac:spMk id="27" creationId="{12CF4FF1-A862-9256-771B-B8402E82662C}"/>
          </ac:spMkLst>
        </pc:spChg>
        <pc:grpChg chg="add mod">
          <ac:chgData name="Minoo Mobin-Ventura" userId="041d1dc9328fdc3f" providerId="LiveId" clId="{D5D29C8B-2598-4729-9358-2FE0C325CBE7}" dt="2026-06-17T13:51:18.530" v="1121"/>
          <ac:grpSpMkLst>
            <pc:docMk/>
            <pc:sldMk cId="0" sldId="270"/>
            <ac:grpSpMk id="23" creationId="{F1FE757D-2DC3-C4A9-3AB7-496FD1CD98AD}"/>
          </ac:grpSpMkLst>
        </pc:grpChg>
        <pc:grpChg chg="mod">
          <ac:chgData name="Minoo Mobin-Ventura" userId="041d1dc9328fdc3f" providerId="LiveId" clId="{D5D29C8B-2598-4729-9358-2FE0C325CBE7}" dt="2026-06-17T13:51:18.530" v="1121"/>
          <ac:grpSpMkLst>
            <pc:docMk/>
            <pc:sldMk cId="0" sldId="270"/>
            <ac:grpSpMk id="24" creationId="{83683EDB-9F5C-1BC1-7DD7-F603191DF51E}"/>
          </ac:grpSpMkLst>
        </pc:grpChg>
      </pc:sldChg>
      <pc:sldChg chg="addSp delSp modSp mod">
        <pc:chgData name="Minoo Mobin-Ventura" userId="041d1dc9328fdc3f" providerId="LiveId" clId="{D5D29C8B-2598-4729-9358-2FE0C325CBE7}" dt="2026-06-17T14:19:05.934" v="1416" actId="1076"/>
        <pc:sldMkLst>
          <pc:docMk/>
          <pc:sldMk cId="0" sldId="271"/>
        </pc:sldMkLst>
        <pc:spChg chg="mod">
          <ac:chgData name="Minoo Mobin-Ventura" userId="041d1dc9328fdc3f" providerId="LiveId" clId="{D5D29C8B-2598-4729-9358-2FE0C325CBE7}" dt="2026-06-17T13:41:50.036" v="815" actId="14100"/>
          <ac:spMkLst>
            <pc:docMk/>
            <pc:sldMk cId="0" sldId="271"/>
            <ac:spMk id="2" creationId="{00000000-0000-0000-0000-000000000000}"/>
          </ac:spMkLst>
        </pc:spChg>
        <pc:spChg chg="mod">
          <ac:chgData name="Minoo Mobin-Ventura" userId="041d1dc9328fdc3f" providerId="LiveId" clId="{D5D29C8B-2598-4729-9358-2FE0C325CBE7}" dt="2026-06-17T14:18:39.143" v="1412" actId="164"/>
          <ac:spMkLst>
            <pc:docMk/>
            <pc:sldMk cId="0" sldId="271"/>
            <ac:spMk id="4" creationId="{00000000-0000-0000-0000-000000000000}"/>
          </ac:spMkLst>
        </pc:spChg>
        <pc:spChg chg="mod">
          <ac:chgData name="Minoo Mobin-Ventura" userId="041d1dc9328fdc3f" providerId="LiveId" clId="{D5D29C8B-2598-4729-9358-2FE0C325CBE7}" dt="2026-06-17T14:19:05.934" v="1416" actId="1076"/>
          <ac:spMkLst>
            <pc:docMk/>
            <pc:sldMk cId="0" sldId="271"/>
            <ac:spMk id="5" creationId="{00000000-0000-0000-0000-000000000000}"/>
          </ac:spMkLst>
        </pc:spChg>
        <pc:spChg chg="mod">
          <ac:chgData name="Minoo Mobin-Ventura" userId="041d1dc9328fdc3f" providerId="LiveId" clId="{D5D29C8B-2598-4729-9358-2FE0C325CBE7}" dt="2026-06-17T14:18:39.143" v="1412" actId="164"/>
          <ac:spMkLst>
            <pc:docMk/>
            <pc:sldMk cId="0" sldId="271"/>
            <ac:spMk id="6" creationId="{00000000-0000-0000-0000-000000000000}"/>
          </ac:spMkLst>
        </pc:spChg>
        <pc:grpChg chg="add del mod">
          <ac:chgData name="Minoo Mobin-Ventura" userId="041d1dc9328fdc3f" providerId="LiveId" clId="{D5D29C8B-2598-4729-9358-2FE0C325CBE7}" dt="2026-06-17T14:18:59.477" v="1415" actId="478"/>
          <ac:grpSpMkLst>
            <pc:docMk/>
            <pc:sldMk cId="0" sldId="271"/>
            <ac:grpSpMk id="10" creationId="{056FBFF7-5E6A-F160-C2F1-297D58E0D3CA}"/>
          </ac:grpSpMkLst>
        </pc:grpChg>
        <pc:picChg chg="mod">
          <ac:chgData name="Minoo Mobin-Ventura" userId="041d1dc9328fdc3f" providerId="LiveId" clId="{D5D29C8B-2598-4729-9358-2FE0C325CBE7}" dt="2026-06-17T14:18:39.143" v="1412" actId="164"/>
          <ac:picMkLst>
            <pc:docMk/>
            <pc:sldMk cId="0" sldId="271"/>
            <ac:picMk id="3" creationId="{00000000-0000-0000-0000-000000000000}"/>
          </ac:picMkLst>
        </pc:picChg>
      </pc:sldChg>
      <pc:sldChg chg="addSp delSp modSp add del mod">
        <pc:chgData name="Minoo Mobin-Ventura" userId="041d1dc9328fdc3f" providerId="LiveId" clId="{D5D29C8B-2598-4729-9358-2FE0C325CBE7}" dt="2026-06-17T14:11:36.382" v="1236" actId="2696"/>
        <pc:sldMkLst>
          <pc:docMk/>
          <pc:sldMk cId="1548790595" sldId="272"/>
        </pc:sldMkLst>
        <pc:spChg chg="del">
          <ac:chgData name="Minoo Mobin-Ventura" userId="041d1dc9328fdc3f" providerId="LiveId" clId="{D5D29C8B-2598-4729-9358-2FE0C325CBE7}" dt="2026-06-17T13:48:04.775" v="989" actId="478"/>
          <ac:spMkLst>
            <pc:docMk/>
            <pc:sldMk cId="1548790595" sldId="272"/>
            <ac:spMk id="2" creationId="{DC34444C-6518-6912-FBE1-6EC97D52D279}"/>
          </ac:spMkLst>
        </pc:spChg>
        <pc:spChg chg="del">
          <ac:chgData name="Minoo Mobin-Ventura" userId="041d1dc9328fdc3f" providerId="LiveId" clId="{D5D29C8B-2598-4729-9358-2FE0C325CBE7}" dt="2026-06-17T13:48:05.524" v="990" actId="478"/>
          <ac:spMkLst>
            <pc:docMk/>
            <pc:sldMk cId="1548790595" sldId="272"/>
            <ac:spMk id="3" creationId="{96305613-8E58-7760-749C-178E53A7E5CD}"/>
          </ac:spMkLst>
        </pc:spChg>
        <pc:spChg chg="mod">
          <ac:chgData name="Minoo Mobin-Ventura" userId="041d1dc9328fdc3f" providerId="LiveId" clId="{D5D29C8B-2598-4729-9358-2FE0C325CBE7}" dt="2026-06-17T13:53:11.063" v="1187" actId="1076"/>
          <ac:spMkLst>
            <pc:docMk/>
            <pc:sldMk cId="1548790595" sldId="272"/>
            <ac:spMk id="5" creationId="{1790589B-C930-C39C-52AF-E528F23DFB05}"/>
          </ac:spMkLst>
        </pc:spChg>
        <pc:spChg chg="mod">
          <ac:chgData name="Minoo Mobin-Ventura" userId="041d1dc9328fdc3f" providerId="LiveId" clId="{D5D29C8B-2598-4729-9358-2FE0C325CBE7}" dt="2026-06-17T14:11:11.542" v="1235" actId="20577"/>
          <ac:spMkLst>
            <pc:docMk/>
            <pc:sldMk cId="1548790595" sldId="272"/>
            <ac:spMk id="6" creationId="{82A08C0D-9EBB-ADD7-27E9-0E6C5B6448A6}"/>
          </ac:spMkLst>
        </pc:spChg>
        <pc:spChg chg="del">
          <ac:chgData name="Minoo Mobin-Ventura" userId="041d1dc9328fdc3f" providerId="LiveId" clId="{D5D29C8B-2598-4729-9358-2FE0C325CBE7}" dt="2026-06-17T12:33:30.459" v="47" actId="478"/>
          <ac:spMkLst>
            <pc:docMk/>
            <pc:sldMk cId="1548790595" sldId="272"/>
            <ac:spMk id="7" creationId="{26C939A2-421A-9D5C-E785-6A098D90C8D0}"/>
          </ac:spMkLst>
        </pc:spChg>
        <pc:spChg chg="del">
          <ac:chgData name="Minoo Mobin-Ventura" userId="041d1dc9328fdc3f" providerId="LiveId" clId="{D5D29C8B-2598-4729-9358-2FE0C325CBE7}" dt="2026-06-17T12:33:34.177" v="49" actId="478"/>
          <ac:spMkLst>
            <pc:docMk/>
            <pc:sldMk cId="1548790595" sldId="272"/>
            <ac:spMk id="9" creationId="{3CF41BB6-65D7-51D4-A67B-D55611CCE24F}"/>
          </ac:spMkLst>
        </pc:spChg>
        <pc:spChg chg="mod">
          <ac:chgData name="Minoo Mobin-Ventura" userId="041d1dc9328fdc3f" providerId="LiveId" clId="{D5D29C8B-2598-4729-9358-2FE0C325CBE7}" dt="2026-06-17T13:48:19.062" v="991"/>
          <ac:spMkLst>
            <pc:docMk/>
            <pc:sldMk cId="1548790595" sldId="272"/>
            <ac:spMk id="9" creationId="{C2CA12E9-1973-FC53-D669-BDD9489F803B}"/>
          </ac:spMkLst>
        </pc:spChg>
        <pc:spChg chg="del">
          <ac:chgData name="Minoo Mobin-Ventura" userId="041d1dc9328fdc3f" providerId="LiveId" clId="{D5D29C8B-2598-4729-9358-2FE0C325CBE7}" dt="2026-06-17T12:33:36.438" v="50" actId="478"/>
          <ac:spMkLst>
            <pc:docMk/>
            <pc:sldMk cId="1548790595" sldId="272"/>
            <ac:spMk id="10" creationId="{48C8B175-FFBF-181E-66AE-4072A2F487D7}"/>
          </ac:spMkLst>
        </pc:spChg>
        <pc:spChg chg="mod">
          <ac:chgData name="Minoo Mobin-Ventura" userId="041d1dc9328fdc3f" providerId="LiveId" clId="{D5D29C8B-2598-4729-9358-2FE0C325CBE7}" dt="2026-06-17T13:48:19.062" v="991"/>
          <ac:spMkLst>
            <pc:docMk/>
            <pc:sldMk cId="1548790595" sldId="272"/>
            <ac:spMk id="10" creationId="{AB853286-89B3-BEFB-C0D0-4CC9D7B83E00}"/>
          </ac:spMkLst>
        </pc:spChg>
        <pc:spChg chg="mod">
          <ac:chgData name="Minoo Mobin-Ventura" userId="041d1dc9328fdc3f" providerId="LiveId" clId="{D5D29C8B-2598-4729-9358-2FE0C325CBE7}" dt="2026-06-17T12:37:19.047" v="116" actId="164"/>
          <ac:spMkLst>
            <pc:docMk/>
            <pc:sldMk cId="1548790595" sldId="272"/>
            <ac:spMk id="11" creationId="{48AE8149-021E-0D00-176F-FE9A203E23FB}"/>
          </ac:spMkLst>
        </pc:spChg>
        <pc:spChg chg="mod">
          <ac:chgData name="Minoo Mobin-Ventura" userId="041d1dc9328fdc3f" providerId="LiveId" clId="{D5D29C8B-2598-4729-9358-2FE0C325CBE7}" dt="2026-06-17T12:37:19.047" v="116" actId="164"/>
          <ac:spMkLst>
            <pc:docMk/>
            <pc:sldMk cId="1548790595" sldId="272"/>
            <ac:spMk id="12" creationId="{5AB65E44-81AF-1F4B-27D7-A5F75CEE62C8}"/>
          </ac:spMkLst>
        </pc:spChg>
        <pc:spChg chg="mod">
          <ac:chgData name="Minoo Mobin-Ventura" userId="041d1dc9328fdc3f" providerId="LiveId" clId="{D5D29C8B-2598-4729-9358-2FE0C325CBE7}" dt="2026-06-17T13:48:19.062" v="991"/>
          <ac:spMkLst>
            <pc:docMk/>
            <pc:sldMk cId="1548790595" sldId="272"/>
            <ac:spMk id="13" creationId="{C11F14AA-8A18-48C0-9743-A3A21C9A82A6}"/>
          </ac:spMkLst>
        </pc:spChg>
        <pc:spChg chg="del">
          <ac:chgData name="Minoo Mobin-Ventura" userId="041d1dc9328fdc3f" providerId="LiveId" clId="{D5D29C8B-2598-4729-9358-2FE0C325CBE7}" dt="2026-06-17T12:33:37.147" v="51" actId="478"/>
          <ac:spMkLst>
            <pc:docMk/>
            <pc:sldMk cId="1548790595" sldId="272"/>
            <ac:spMk id="13" creationId="{CF7E1E50-13CF-37DC-60E9-606E2C829831}"/>
          </ac:spMkLst>
        </pc:spChg>
        <pc:spChg chg="del">
          <ac:chgData name="Minoo Mobin-Ventura" userId="041d1dc9328fdc3f" providerId="LiveId" clId="{D5D29C8B-2598-4729-9358-2FE0C325CBE7}" dt="2026-06-17T12:36:19.960" v="105" actId="478"/>
          <ac:spMkLst>
            <pc:docMk/>
            <pc:sldMk cId="1548790595" sldId="272"/>
            <ac:spMk id="15" creationId="{8330F158-B466-1F55-7AC7-F46F8EF0A32F}"/>
          </ac:spMkLst>
        </pc:spChg>
        <pc:spChg chg="mod">
          <ac:chgData name="Minoo Mobin-Ventura" userId="041d1dc9328fdc3f" providerId="LiveId" clId="{D5D29C8B-2598-4729-9358-2FE0C325CBE7}" dt="2026-06-17T12:37:37.491" v="150" actId="164"/>
          <ac:spMkLst>
            <pc:docMk/>
            <pc:sldMk cId="1548790595" sldId="272"/>
            <ac:spMk id="17" creationId="{19C4D0C6-CC1A-6421-B7BB-3A2AFFCA7F44}"/>
          </ac:spMkLst>
        </pc:spChg>
        <pc:spChg chg="mod">
          <ac:chgData name="Minoo Mobin-Ventura" userId="041d1dc9328fdc3f" providerId="LiveId" clId="{D5D29C8B-2598-4729-9358-2FE0C325CBE7}" dt="2026-06-17T12:37:37.491" v="150" actId="164"/>
          <ac:spMkLst>
            <pc:docMk/>
            <pc:sldMk cId="1548790595" sldId="272"/>
            <ac:spMk id="18" creationId="{AD90C017-6302-F6F7-1E0F-68CE40F19150}"/>
          </ac:spMkLst>
        </pc:spChg>
        <pc:spChg chg="del">
          <ac:chgData name="Minoo Mobin-Ventura" userId="041d1dc9328fdc3f" providerId="LiveId" clId="{D5D29C8B-2598-4729-9358-2FE0C325CBE7}" dt="2026-06-17T12:33:48.161" v="54" actId="478"/>
          <ac:spMkLst>
            <pc:docMk/>
            <pc:sldMk cId="1548790595" sldId="272"/>
            <ac:spMk id="19" creationId="{1AEEA67B-8C18-61E6-85CD-53ABC4EF695A}"/>
          </ac:spMkLst>
        </pc:spChg>
        <pc:spChg chg="del">
          <ac:chgData name="Minoo Mobin-Ventura" userId="041d1dc9328fdc3f" providerId="LiveId" clId="{D5D29C8B-2598-4729-9358-2FE0C325CBE7}" dt="2026-06-17T12:37:54.134" v="155" actId="478"/>
          <ac:spMkLst>
            <pc:docMk/>
            <pc:sldMk cId="1548790595" sldId="272"/>
            <ac:spMk id="21" creationId="{66D7287F-52AC-7599-145E-DEA26D3EFEB5}"/>
          </ac:spMkLst>
        </pc:spChg>
        <pc:spChg chg="mod">
          <ac:chgData name="Minoo Mobin-Ventura" userId="041d1dc9328fdc3f" providerId="LiveId" clId="{D5D29C8B-2598-4729-9358-2FE0C325CBE7}" dt="2026-06-17T12:38:03.361" v="160" actId="164"/>
          <ac:spMkLst>
            <pc:docMk/>
            <pc:sldMk cId="1548790595" sldId="272"/>
            <ac:spMk id="23" creationId="{A568B334-A5A5-39D8-E19E-130F707356C7}"/>
          </ac:spMkLst>
        </pc:spChg>
        <pc:spChg chg="mod">
          <ac:chgData name="Minoo Mobin-Ventura" userId="041d1dc9328fdc3f" providerId="LiveId" clId="{D5D29C8B-2598-4729-9358-2FE0C325CBE7}" dt="2026-06-17T12:38:03.361" v="160" actId="164"/>
          <ac:spMkLst>
            <pc:docMk/>
            <pc:sldMk cId="1548790595" sldId="272"/>
            <ac:spMk id="24" creationId="{E13A0873-15BF-298E-C5C7-A40037AB5A5D}"/>
          </ac:spMkLst>
        </pc:spChg>
        <pc:spChg chg="del">
          <ac:chgData name="Minoo Mobin-Ventura" userId="041d1dc9328fdc3f" providerId="LiveId" clId="{D5D29C8B-2598-4729-9358-2FE0C325CBE7}" dt="2026-06-17T12:33:47.150" v="53" actId="478"/>
          <ac:spMkLst>
            <pc:docMk/>
            <pc:sldMk cId="1548790595" sldId="272"/>
            <ac:spMk id="25" creationId="{C7D6DA6D-59B2-8714-EC11-D7E5E16A8AF8}"/>
          </ac:spMkLst>
        </pc:spChg>
        <pc:spChg chg="del">
          <ac:chgData name="Minoo Mobin-Ventura" userId="041d1dc9328fdc3f" providerId="LiveId" clId="{D5D29C8B-2598-4729-9358-2FE0C325CBE7}" dt="2026-06-17T12:37:47.897" v="153" actId="478"/>
          <ac:spMkLst>
            <pc:docMk/>
            <pc:sldMk cId="1548790595" sldId="272"/>
            <ac:spMk id="26" creationId="{8B6B813F-DB05-477B-033D-53A4FA28C9EB}"/>
          </ac:spMkLst>
        </pc:spChg>
        <pc:spChg chg="del mod topLvl">
          <ac:chgData name="Minoo Mobin-Ventura" userId="041d1dc9328fdc3f" providerId="LiveId" clId="{D5D29C8B-2598-4729-9358-2FE0C325CBE7}" dt="2026-06-17T12:36:10.317" v="102" actId="478"/>
          <ac:spMkLst>
            <pc:docMk/>
            <pc:sldMk cId="1548790595" sldId="272"/>
            <ac:spMk id="27" creationId="{0CD17258-BD25-AD99-B52D-FC343AB956FC}"/>
          </ac:spMkLst>
        </pc:spChg>
        <pc:spChg chg="del mod topLvl">
          <ac:chgData name="Minoo Mobin-Ventura" userId="041d1dc9328fdc3f" providerId="LiveId" clId="{D5D29C8B-2598-4729-9358-2FE0C325CBE7}" dt="2026-06-17T12:36:17.041" v="104" actId="478"/>
          <ac:spMkLst>
            <pc:docMk/>
            <pc:sldMk cId="1548790595" sldId="272"/>
            <ac:spMk id="28" creationId="{119EDB2C-046B-AE6E-376A-7EB1FDB8E1E3}"/>
          </ac:spMkLst>
        </pc:spChg>
        <pc:spChg chg="del mod topLvl">
          <ac:chgData name="Minoo Mobin-Ventura" userId="041d1dc9328fdc3f" providerId="LiveId" clId="{D5D29C8B-2598-4729-9358-2FE0C325CBE7}" dt="2026-06-17T12:36:15.133" v="103" actId="478"/>
          <ac:spMkLst>
            <pc:docMk/>
            <pc:sldMk cId="1548790595" sldId="272"/>
            <ac:spMk id="30" creationId="{D3DD5080-100C-8696-CAE6-21407401B5CB}"/>
          </ac:spMkLst>
        </pc:spChg>
        <pc:spChg chg="mod">
          <ac:chgData name="Minoo Mobin-Ventura" userId="041d1dc9328fdc3f" providerId="LiveId" clId="{D5D29C8B-2598-4729-9358-2FE0C325CBE7}" dt="2026-06-17T12:36:50.762" v="106"/>
          <ac:spMkLst>
            <pc:docMk/>
            <pc:sldMk cId="1548790595" sldId="272"/>
            <ac:spMk id="32" creationId="{B53E4186-A707-B3A4-E4FA-1C3F2EB74740}"/>
          </ac:spMkLst>
        </pc:spChg>
        <pc:spChg chg="mod">
          <ac:chgData name="Minoo Mobin-Ventura" userId="041d1dc9328fdc3f" providerId="LiveId" clId="{D5D29C8B-2598-4729-9358-2FE0C325CBE7}" dt="2026-06-17T12:38:55.504" v="169" actId="403"/>
          <ac:spMkLst>
            <pc:docMk/>
            <pc:sldMk cId="1548790595" sldId="272"/>
            <ac:spMk id="33" creationId="{3253F135-D49C-A31C-4AC7-49D94A116E55}"/>
          </ac:spMkLst>
        </pc:spChg>
        <pc:spChg chg="mod">
          <ac:chgData name="Minoo Mobin-Ventura" userId="041d1dc9328fdc3f" providerId="LiveId" clId="{D5D29C8B-2598-4729-9358-2FE0C325CBE7}" dt="2026-06-17T12:38:15.950" v="163"/>
          <ac:spMkLst>
            <pc:docMk/>
            <pc:sldMk cId="1548790595" sldId="272"/>
            <ac:spMk id="39" creationId="{0D3D3BCA-9745-E99F-95C6-8E8AB42BCDD2}"/>
          </ac:spMkLst>
        </pc:spChg>
        <pc:spChg chg="mod">
          <ac:chgData name="Minoo Mobin-Ventura" userId="041d1dc9328fdc3f" providerId="LiveId" clId="{D5D29C8B-2598-4729-9358-2FE0C325CBE7}" dt="2026-06-17T12:38:15.950" v="163"/>
          <ac:spMkLst>
            <pc:docMk/>
            <pc:sldMk cId="1548790595" sldId="272"/>
            <ac:spMk id="40" creationId="{1F9D5E79-B959-F33E-FB4C-C4816AC23369}"/>
          </ac:spMkLst>
        </pc:spChg>
        <pc:spChg chg="add mod">
          <ac:chgData name="Minoo Mobin-Ventura" userId="041d1dc9328fdc3f" providerId="LiveId" clId="{D5D29C8B-2598-4729-9358-2FE0C325CBE7}" dt="2026-06-17T12:44:02.135" v="419" actId="14100"/>
          <ac:spMkLst>
            <pc:docMk/>
            <pc:sldMk cId="1548790595" sldId="272"/>
            <ac:spMk id="42" creationId="{5DFAAF8A-E568-001F-CF7F-8833551D5531}"/>
          </ac:spMkLst>
        </pc:spChg>
        <pc:spChg chg="add mod">
          <ac:chgData name="Minoo Mobin-Ventura" userId="041d1dc9328fdc3f" providerId="LiveId" clId="{D5D29C8B-2598-4729-9358-2FE0C325CBE7}" dt="2026-06-17T12:39:17.938" v="181" actId="164"/>
          <ac:spMkLst>
            <pc:docMk/>
            <pc:sldMk cId="1548790595" sldId="272"/>
            <ac:spMk id="43" creationId="{2051441F-5BDE-C0EE-90AB-7E5FCA0FD82F}"/>
          </ac:spMkLst>
        </pc:spChg>
        <pc:spChg chg="add mod">
          <ac:chgData name="Minoo Mobin-Ventura" userId="041d1dc9328fdc3f" providerId="LiveId" clId="{D5D29C8B-2598-4729-9358-2FE0C325CBE7}" dt="2026-06-17T12:39:17.938" v="181" actId="164"/>
          <ac:spMkLst>
            <pc:docMk/>
            <pc:sldMk cId="1548790595" sldId="272"/>
            <ac:spMk id="44" creationId="{3338D062-189A-4F6B-4568-CAC945AD49E2}"/>
          </ac:spMkLst>
        </pc:spChg>
        <pc:spChg chg="mod">
          <ac:chgData name="Minoo Mobin-Ventura" userId="041d1dc9328fdc3f" providerId="LiveId" clId="{D5D29C8B-2598-4729-9358-2FE0C325CBE7}" dt="2026-06-17T12:39:20.029" v="182"/>
          <ac:spMkLst>
            <pc:docMk/>
            <pc:sldMk cId="1548790595" sldId="272"/>
            <ac:spMk id="48" creationId="{D73FA030-0000-C6A0-6CA9-2F412DB25E97}"/>
          </ac:spMkLst>
        </pc:spChg>
        <pc:spChg chg="mod">
          <ac:chgData name="Minoo Mobin-Ventura" userId="041d1dc9328fdc3f" providerId="LiveId" clId="{D5D29C8B-2598-4729-9358-2FE0C325CBE7}" dt="2026-06-17T12:40:57.597" v="284" actId="207"/>
          <ac:spMkLst>
            <pc:docMk/>
            <pc:sldMk cId="1548790595" sldId="272"/>
            <ac:spMk id="49" creationId="{B344C656-1D8B-F0B5-7D3F-D98DE3A52FDA}"/>
          </ac:spMkLst>
        </pc:spChg>
        <pc:spChg chg="add mod">
          <ac:chgData name="Minoo Mobin-Ventura" userId="041d1dc9328fdc3f" providerId="LiveId" clId="{D5D29C8B-2598-4729-9358-2FE0C325CBE7}" dt="2026-06-17T12:43:32.792" v="379" actId="164"/>
          <ac:spMkLst>
            <pc:docMk/>
            <pc:sldMk cId="1548790595" sldId="272"/>
            <ac:spMk id="51" creationId="{9BA3388E-E4BB-D475-565C-5A7CA8B1C994}"/>
          </ac:spMkLst>
        </pc:spChg>
        <pc:grpChg chg="add mod">
          <ac:chgData name="Minoo Mobin-Ventura" userId="041d1dc9328fdc3f" providerId="LiveId" clId="{D5D29C8B-2598-4729-9358-2FE0C325CBE7}" dt="2026-06-17T13:48:19.062" v="991"/>
          <ac:grpSpMkLst>
            <pc:docMk/>
            <pc:sldMk cId="1548790595" sldId="272"/>
            <ac:grpSpMk id="7" creationId="{ADA9B18B-F674-AE9F-3B4B-9936844710D0}"/>
          </ac:grpSpMkLst>
        </pc:grpChg>
        <pc:grpChg chg="mod">
          <ac:chgData name="Minoo Mobin-Ventura" userId="041d1dc9328fdc3f" providerId="LiveId" clId="{D5D29C8B-2598-4729-9358-2FE0C325CBE7}" dt="2026-06-17T13:48:19.062" v="991"/>
          <ac:grpSpMkLst>
            <pc:docMk/>
            <pc:sldMk cId="1548790595" sldId="272"/>
            <ac:grpSpMk id="8" creationId="{FA6D513D-3984-C253-FECD-61A6C6614DBC}"/>
          </ac:grpSpMkLst>
        </pc:grpChg>
        <pc:grpChg chg="add del mod">
          <ac:chgData name="Minoo Mobin-Ventura" userId="041d1dc9328fdc3f" providerId="LiveId" clId="{D5D29C8B-2598-4729-9358-2FE0C325CBE7}" dt="2026-06-17T12:36:10.317" v="102" actId="478"/>
          <ac:grpSpMkLst>
            <pc:docMk/>
            <pc:sldMk cId="1548790595" sldId="272"/>
            <ac:grpSpMk id="16" creationId="{E680C39F-CB95-A568-295E-450F7027D072}"/>
          </ac:grpSpMkLst>
        </pc:grpChg>
        <pc:grpChg chg="del mod topLvl">
          <ac:chgData name="Minoo Mobin-Ventura" userId="041d1dc9328fdc3f" providerId="LiveId" clId="{D5D29C8B-2598-4729-9358-2FE0C325CBE7}" dt="2026-06-17T12:36:15.133" v="103" actId="478"/>
          <ac:grpSpMkLst>
            <pc:docMk/>
            <pc:sldMk cId="1548790595" sldId="272"/>
            <ac:grpSpMk id="22" creationId="{BA542E40-AA10-7FAF-9920-B4425489535F}"/>
          </ac:grpSpMkLst>
        </pc:grpChg>
        <pc:grpChg chg="add mod">
          <ac:chgData name="Minoo Mobin-Ventura" userId="041d1dc9328fdc3f" providerId="LiveId" clId="{D5D29C8B-2598-4729-9358-2FE0C325CBE7}" dt="2026-06-17T13:53:11.063" v="1187" actId="1076"/>
          <ac:grpSpMkLst>
            <pc:docMk/>
            <pc:sldMk cId="1548790595" sldId="272"/>
            <ac:grpSpMk id="31" creationId="{74E58F4C-2C8B-B9D5-296D-C83E40CBBE7E}"/>
          </ac:grpSpMkLst>
        </pc:grpChg>
        <pc:grpChg chg="add mod">
          <ac:chgData name="Minoo Mobin-Ventura" userId="041d1dc9328fdc3f" providerId="LiveId" clId="{D5D29C8B-2598-4729-9358-2FE0C325CBE7}" dt="2026-06-17T13:53:11.063" v="1187" actId="1076"/>
          <ac:grpSpMkLst>
            <pc:docMk/>
            <pc:sldMk cId="1548790595" sldId="272"/>
            <ac:grpSpMk id="35" creationId="{B0A62864-0EDA-D9C9-A66A-C914460CA31F}"/>
          </ac:grpSpMkLst>
        </pc:grpChg>
        <pc:grpChg chg="add mod">
          <ac:chgData name="Minoo Mobin-Ventura" userId="041d1dc9328fdc3f" providerId="LiveId" clId="{D5D29C8B-2598-4729-9358-2FE0C325CBE7}" dt="2026-06-17T13:53:11.063" v="1187" actId="1076"/>
          <ac:grpSpMkLst>
            <pc:docMk/>
            <pc:sldMk cId="1548790595" sldId="272"/>
            <ac:grpSpMk id="36" creationId="{A24C89A7-88E5-2BBF-C9BA-E1D3C5D7450D}"/>
          </ac:grpSpMkLst>
        </pc:grpChg>
        <pc:grpChg chg="add mod">
          <ac:chgData name="Minoo Mobin-Ventura" userId="041d1dc9328fdc3f" providerId="LiveId" clId="{D5D29C8B-2598-4729-9358-2FE0C325CBE7}" dt="2026-06-17T13:53:11.063" v="1187" actId="1076"/>
          <ac:grpSpMkLst>
            <pc:docMk/>
            <pc:sldMk cId="1548790595" sldId="272"/>
            <ac:grpSpMk id="37" creationId="{1CC5CEB0-A038-A0CF-3760-4FEB499A5FFD}"/>
          </ac:grpSpMkLst>
        </pc:grpChg>
        <pc:grpChg chg="add mod">
          <ac:chgData name="Minoo Mobin-Ventura" userId="041d1dc9328fdc3f" providerId="LiveId" clId="{D5D29C8B-2598-4729-9358-2FE0C325CBE7}" dt="2026-06-17T12:38:15.950" v="163"/>
          <ac:grpSpMkLst>
            <pc:docMk/>
            <pc:sldMk cId="1548790595" sldId="272"/>
            <ac:grpSpMk id="38" creationId="{ED432240-58B2-2C5B-05C7-3C2362B65FAB}"/>
          </ac:grpSpMkLst>
        </pc:grpChg>
        <pc:grpChg chg="add mod">
          <ac:chgData name="Minoo Mobin-Ventura" userId="041d1dc9328fdc3f" providerId="LiveId" clId="{D5D29C8B-2598-4729-9358-2FE0C325CBE7}" dt="2026-06-17T12:40:07.861" v="240" actId="164"/>
          <ac:grpSpMkLst>
            <pc:docMk/>
            <pc:sldMk cId="1548790595" sldId="272"/>
            <ac:grpSpMk id="46" creationId="{568F014F-9DD0-D99A-3B0A-3553ECCAB327}"/>
          </ac:grpSpMkLst>
        </pc:grpChg>
        <pc:grpChg chg="add mod ord">
          <ac:chgData name="Minoo Mobin-Ventura" userId="041d1dc9328fdc3f" providerId="LiveId" clId="{D5D29C8B-2598-4729-9358-2FE0C325CBE7}" dt="2026-06-17T12:43:32.792" v="379" actId="164"/>
          <ac:grpSpMkLst>
            <pc:docMk/>
            <pc:sldMk cId="1548790595" sldId="272"/>
            <ac:grpSpMk id="47" creationId="{67FCC8DE-1A5B-EFD0-021C-BC9C4F9EDA1A}"/>
          </ac:grpSpMkLst>
        </pc:grpChg>
        <pc:grpChg chg="add mod">
          <ac:chgData name="Minoo Mobin-Ventura" userId="041d1dc9328fdc3f" providerId="LiveId" clId="{D5D29C8B-2598-4729-9358-2FE0C325CBE7}" dt="2026-06-17T13:53:11.063" v="1187" actId="1076"/>
          <ac:grpSpMkLst>
            <pc:docMk/>
            <pc:sldMk cId="1548790595" sldId="272"/>
            <ac:grpSpMk id="52" creationId="{A3B93CD9-48F2-546C-D83C-23F82F30C8C1}"/>
          </ac:grpSpMkLst>
        </pc:grpChg>
        <pc:grpChg chg="add mod">
          <ac:chgData name="Minoo Mobin-Ventura" userId="041d1dc9328fdc3f" providerId="LiveId" clId="{D5D29C8B-2598-4729-9358-2FE0C325CBE7}" dt="2026-06-17T13:53:11.063" v="1187" actId="1076"/>
          <ac:grpSpMkLst>
            <pc:docMk/>
            <pc:sldMk cId="1548790595" sldId="272"/>
            <ac:grpSpMk id="53" creationId="{A13BB145-C096-23C7-B86A-9E98DCEDF4BB}"/>
          </ac:grpSpMkLst>
        </pc:grpChg>
        <pc:picChg chg="del">
          <ac:chgData name="Minoo Mobin-Ventura" userId="041d1dc9328fdc3f" providerId="LiveId" clId="{D5D29C8B-2598-4729-9358-2FE0C325CBE7}" dt="2026-06-17T12:33:32.016" v="48" actId="478"/>
          <ac:picMkLst>
            <pc:docMk/>
            <pc:sldMk cId="1548790595" sldId="272"/>
            <ac:picMk id="8" creationId="{F877927C-1CA3-770C-58D5-2F38627D2573}"/>
          </ac:picMkLst>
        </pc:picChg>
        <pc:picChg chg="del">
          <ac:chgData name="Minoo Mobin-Ventura" userId="041d1dc9328fdc3f" providerId="LiveId" clId="{D5D29C8B-2598-4729-9358-2FE0C325CBE7}" dt="2026-06-17T12:33:45.268" v="52" actId="478"/>
          <ac:picMkLst>
            <pc:docMk/>
            <pc:sldMk cId="1548790595" sldId="272"/>
            <ac:picMk id="14" creationId="{077B1C00-52B5-8CCF-15B4-3DE81C36696D}"/>
          </ac:picMkLst>
        </pc:picChg>
        <pc:picChg chg="del">
          <ac:chgData name="Minoo Mobin-Ventura" userId="041d1dc9328fdc3f" providerId="LiveId" clId="{D5D29C8B-2598-4729-9358-2FE0C325CBE7}" dt="2026-06-17T12:33:49.504" v="55" actId="478"/>
          <ac:picMkLst>
            <pc:docMk/>
            <pc:sldMk cId="1548790595" sldId="272"/>
            <ac:picMk id="20" creationId="{67F09068-E03B-B0C7-A556-A3225AB535D2}"/>
          </ac:picMkLst>
        </pc:picChg>
        <pc:picChg chg="add del mod">
          <ac:chgData name="Minoo Mobin-Ventura" userId="041d1dc9328fdc3f" providerId="LiveId" clId="{D5D29C8B-2598-4729-9358-2FE0C325CBE7}" dt="2026-06-17T12:36:06.017" v="101" actId="478"/>
          <ac:picMkLst>
            <pc:docMk/>
            <pc:sldMk cId="1548790595" sldId="272"/>
            <ac:picMk id="29" creationId="{2E3EDC1E-D288-5D03-39C8-6F18805235C5}"/>
          </ac:picMkLst>
        </pc:picChg>
        <pc:picChg chg="mod">
          <ac:chgData name="Minoo Mobin-Ventura" userId="041d1dc9328fdc3f" providerId="LiveId" clId="{D5D29C8B-2598-4729-9358-2FE0C325CBE7}" dt="2026-06-17T12:36:50.762" v="106"/>
          <ac:picMkLst>
            <pc:docMk/>
            <pc:sldMk cId="1548790595" sldId="272"/>
            <ac:picMk id="34" creationId="{6C7B5F09-63C3-5F5C-420E-437CC9E3DE00}"/>
          </ac:picMkLst>
        </pc:picChg>
        <pc:picChg chg="mod">
          <ac:chgData name="Minoo Mobin-Ventura" userId="041d1dc9328fdc3f" providerId="LiveId" clId="{D5D29C8B-2598-4729-9358-2FE0C325CBE7}" dt="2026-06-17T12:38:15.950" v="163"/>
          <ac:picMkLst>
            <pc:docMk/>
            <pc:sldMk cId="1548790595" sldId="272"/>
            <ac:picMk id="41" creationId="{014D4717-FA67-B852-2DC4-C16AF83E6C26}"/>
          </ac:picMkLst>
        </pc:picChg>
        <pc:picChg chg="add mod">
          <ac:chgData name="Minoo Mobin-Ventura" userId="041d1dc9328fdc3f" providerId="LiveId" clId="{D5D29C8B-2598-4729-9358-2FE0C325CBE7}" dt="2026-06-17T12:39:17.938" v="181" actId="164"/>
          <ac:picMkLst>
            <pc:docMk/>
            <pc:sldMk cId="1548790595" sldId="272"/>
            <ac:picMk id="45" creationId="{02ED41FD-BC97-CA1F-00A7-AC955FDBA319}"/>
          </ac:picMkLst>
        </pc:picChg>
        <pc:picChg chg="mod">
          <ac:chgData name="Minoo Mobin-Ventura" userId="041d1dc9328fdc3f" providerId="LiveId" clId="{D5D29C8B-2598-4729-9358-2FE0C325CBE7}" dt="2026-06-17T12:39:20.029" v="182"/>
          <ac:picMkLst>
            <pc:docMk/>
            <pc:sldMk cId="1548790595" sldId="272"/>
            <ac:picMk id="50" creationId="{BB043D99-BFBE-090A-67FC-5E6B64EE7F48}"/>
          </ac:picMkLst>
        </pc:picChg>
      </pc:sldChg>
      <pc:sldChg chg="addSp modSp add mod">
        <pc:chgData name="Minoo Mobin-Ventura" userId="041d1dc9328fdc3f" providerId="LiveId" clId="{D5D29C8B-2598-4729-9358-2FE0C325CBE7}" dt="2026-06-17T14:21:47.795" v="1453" actId="1076"/>
        <pc:sldMkLst>
          <pc:docMk/>
          <pc:sldMk cId="2244701224" sldId="272"/>
        </pc:sldMkLst>
        <pc:spChg chg="add mod">
          <ac:chgData name="Minoo Mobin-Ventura" userId="041d1dc9328fdc3f" providerId="LiveId" clId="{D5D29C8B-2598-4729-9358-2FE0C325CBE7}" dt="2026-06-17T14:21:46.466" v="1452" actId="1076"/>
          <ac:spMkLst>
            <pc:docMk/>
            <pc:sldMk cId="2244701224" sldId="272"/>
            <ac:spMk id="2" creationId="{E9C0FA37-B990-B82B-3AEA-1BCAD97C14C7}"/>
          </ac:spMkLst>
        </pc:spChg>
        <pc:spChg chg="add mod">
          <ac:chgData name="Minoo Mobin-Ventura" userId="041d1dc9328fdc3f" providerId="LiveId" clId="{D5D29C8B-2598-4729-9358-2FE0C325CBE7}" dt="2026-06-17T14:21:47.795" v="1453" actId="1076"/>
          <ac:spMkLst>
            <pc:docMk/>
            <pc:sldMk cId="2244701224" sldId="272"/>
            <ac:spMk id="3" creationId="{26365217-91BD-CB45-1F1F-1D635C3E4F59}"/>
          </ac:spMkLst>
        </pc:spChg>
        <pc:spChg chg="mod">
          <ac:chgData name="Minoo Mobin-Ventura" userId="041d1dc9328fdc3f" providerId="LiveId" clId="{D5D29C8B-2598-4729-9358-2FE0C325CBE7}" dt="2026-06-17T14:12:58.700" v="1243" actId="20577"/>
          <ac:spMkLst>
            <pc:docMk/>
            <pc:sldMk cId="2244701224" sldId="272"/>
            <ac:spMk id="5" creationId="{4FAD1003-EB2F-C586-C8D9-CE881198B2AF}"/>
          </ac:spMkLst>
        </pc:spChg>
        <pc:spChg chg="add mod">
          <ac:chgData name="Minoo Mobin-Ventura" userId="041d1dc9328fdc3f" providerId="LiveId" clId="{D5D29C8B-2598-4729-9358-2FE0C325CBE7}" dt="2026-06-17T14:21:42.376" v="1450" actId="1076"/>
          <ac:spMkLst>
            <pc:docMk/>
            <pc:sldMk cId="2244701224" sldId="272"/>
            <ac:spMk id="7" creationId="{D796AF2B-D549-40B4-E59F-18BFB6A64C60}"/>
          </ac:spMkLst>
        </pc:spChg>
      </pc:sldChg>
      <pc:sldChg chg="addSp delSp modSp add del mod">
        <pc:chgData name="Minoo Mobin-Ventura" userId="041d1dc9328fdc3f" providerId="LiveId" clId="{D5D29C8B-2598-4729-9358-2FE0C325CBE7}" dt="2026-06-17T14:11:48.458" v="1237" actId="47"/>
        <pc:sldMkLst>
          <pc:docMk/>
          <pc:sldMk cId="822969366" sldId="273"/>
        </pc:sldMkLst>
        <pc:spChg chg="del">
          <ac:chgData name="Minoo Mobin-Ventura" userId="041d1dc9328fdc3f" providerId="LiveId" clId="{D5D29C8B-2598-4729-9358-2FE0C325CBE7}" dt="2026-06-17T13:48:22.157" v="992" actId="478"/>
          <ac:spMkLst>
            <pc:docMk/>
            <pc:sldMk cId="822969366" sldId="273"/>
            <ac:spMk id="2" creationId="{744B6464-A867-F11B-41D0-F147F065ED73}"/>
          </ac:spMkLst>
        </pc:spChg>
        <pc:spChg chg="del">
          <ac:chgData name="Minoo Mobin-Ventura" userId="041d1dc9328fdc3f" providerId="LiveId" clId="{D5D29C8B-2598-4729-9358-2FE0C325CBE7}" dt="2026-06-17T13:48:23.249" v="993" actId="478"/>
          <ac:spMkLst>
            <pc:docMk/>
            <pc:sldMk cId="822969366" sldId="273"/>
            <ac:spMk id="3" creationId="{C6F70DB3-BDD8-EAD2-A17D-EC7656CC24B8}"/>
          </ac:spMkLst>
        </pc:spChg>
        <pc:spChg chg="del mod">
          <ac:chgData name="Minoo Mobin-Ventura" userId="041d1dc9328fdc3f" providerId="LiveId" clId="{D5D29C8B-2598-4729-9358-2FE0C325CBE7}" dt="2026-06-17T13:48:25.401" v="995" actId="478"/>
          <ac:spMkLst>
            <pc:docMk/>
            <pc:sldMk cId="822969366" sldId="273"/>
            <ac:spMk id="4" creationId="{46EF2BBA-70A7-2EB1-8657-7365FE3BE6FE}"/>
          </ac:spMkLst>
        </pc:spChg>
        <pc:spChg chg="mod">
          <ac:chgData name="Minoo Mobin-Ventura" userId="041d1dc9328fdc3f" providerId="LiveId" clId="{D5D29C8B-2598-4729-9358-2FE0C325CBE7}" dt="2026-06-17T13:53:26.631" v="1190" actId="1076"/>
          <ac:spMkLst>
            <pc:docMk/>
            <pc:sldMk cId="822969366" sldId="273"/>
            <ac:spMk id="5" creationId="{0198D93B-078C-E1E6-1FA7-D5A42260C1C8}"/>
          </ac:spMkLst>
        </pc:spChg>
        <pc:spChg chg="mod">
          <ac:chgData name="Minoo Mobin-Ventura" userId="041d1dc9328fdc3f" providerId="LiveId" clId="{D5D29C8B-2598-4729-9358-2FE0C325CBE7}" dt="2026-06-17T13:53:26.631" v="1190" actId="1076"/>
          <ac:spMkLst>
            <pc:docMk/>
            <pc:sldMk cId="822969366" sldId="273"/>
            <ac:spMk id="6" creationId="{C43BCD67-6911-B474-0B1D-597F678ED8E2}"/>
          </ac:spMkLst>
        </pc:spChg>
        <pc:spChg chg="mod">
          <ac:chgData name="Minoo Mobin-Ventura" userId="041d1dc9328fdc3f" providerId="LiveId" clId="{D5D29C8B-2598-4729-9358-2FE0C325CBE7}" dt="2026-06-17T13:17:59.305" v="610" actId="1035"/>
          <ac:spMkLst>
            <pc:docMk/>
            <pc:sldMk cId="822969366" sldId="273"/>
            <ac:spMk id="9" creationId="{D0DF61BB-EF82-09BD-63ED-791B0CCBE2F4}"/>
          </ac:spMkLst>
        </pc:spChg>
        <pc:spChg chg="mod">
          <ac:chgData name="Minoo Mobin-Ventura" userId="041d1dc9328fdc3f" providerId="LiveId" clId="{D5D29C8B-2598-4729-9358-2FE0C325CBE7}" dt="2026-06-17T13:17:59.305" v="610" actId="1035"/>
          <ac:spMkLst>
            <pc:docMk/>
            <pc:sldMk cId="822969366" sldId="273"/>
            <ac:spMk id="10" creationId="{7BE3887C-435B-5440-D2B7-7DAE43574995}"/>
          </ac:spMkLst>
        </pc:spChg>
        <pc:spChg chg="mod">
          <ac:chgData name="Minoo Mobin-Ventura" userId="041d1dc9328fdc3f" providerId="LiveId" clId="{D5D29C8B-2598-4729-9358-2FE0C325CBE7}" dt="2026-06-17T13:18:44.075" v="619" actId="1076"/>
          <ac:spMkLst>
            <pc:docMk/>
            <pc:sldMk cId="822969366" sldId="273"/>
            <ac:spMk id="12" creationId="{53181B0A-6A6B-1A6D-004A-117AA88299AC}"/>
          </ac:spMkLst>
        </pc:spChg>
        <pc:spChg chg="add mod ord">
          <ac:chgData name="Minoo Mobin-Ventura" userId="041d1dc9328fdc3f" providerId="LiveId" clId="{D5D29C8B-2598-4729-9358-2FE0C325CBE7}" dt="2026-06-17T13:19:39.523" v="630" actId="164"/>
          <ac:spMkLst>
            <pc:docMk/>
            <pc:sldMk cId="822969366" sldId="273"/>
            <ac:spMk id="14" creationId="{A8A13918-2598-BAFE-6BAD-62D7D9580993}"/>
          </ac:spMkLst>
        </pc:spChg>
        <pc:spChg chg="add mod">
          <ac:chgData name="Minoo Mobin-Ventura" userId="041d1dc9328fdc3f" providerId="LiveId" clId="{D5D29C8B-2598-4729-9358-2FE0C325CBE7}" dt="2026-06-17T13:19:48.609" v="632" actId="164"/>
          <ac:spMkLst>
            <pc:docMk/>
            <pc:sldMk cId="822969366" sldId="273"/>
            <ac:spMk id="15" creationId="{DF429754-2167-517F-C64C-C170A6B1D125}"/>
          </ac:spMkLst>
        </pc:spChg>
        <pc:spChg chg="add mod ord">
          <ac:chgData name="Minoo Mobin-Ventura" userId="041d1dc9328fdc3f" providerId="LiveId" clId="{D5D29C8B-2598-4729-9358-2FE0C325CBE7}" dt="2026-06-17T13:19:15.283" v="624" actId="164"/>
          <ac:spMkLst>
            <pc:docMk/>
            <pc:sldMk cId="822969366" sldId="273"/>
            <ac:spMk id="16" creationId="{BF4DA726-9BB2-BC8F-9B2B-A86748C89E39}"/>
          </ac:spMkLst>
        </pc:spChg>
        <pc:spChg chg="add mod ord">
          <ac:chgData name="Minoo Mobin-Ventura" userId="041d1dc9328fdc3f" providerId="LiveId" clId="{D5D29C8B-2598-4729-9358-2FE0C325CBE7}" dt="2026-06-17T13:19:15.283" v="624" actId="164"/>
          <ac:spMkLst>
            <pc:docMk/>
            <pc:sldMk cId="822969366" sldId="273"/>
            <ac:spMk id="19" creationId="{65304E19-1EE2-C0B2-279C-7812A3956EE6}"/>
          </ac:spMkLst>
        </pc:spChg>
        <pc:spChg chg="add mod">
          <ac:chgData name="Minoo Mobin-Ventura" userId="041d1dc9328fdc3f" providerId="LiveId" clId="{D5D29C8B-2598-4729-9358-2FE0C325CBE7}" dt="2026-06-17T13:53:26.631" v="1190" actId="1076"/>
          <ac:spMkLst>
            <pc:docMk/>
            <pc:sldMk cId="822969366" sldId="273"/>
            <ac:spMk id="26" creationId="{8789EB34-644C-A6B5-B077-3C7B2B02E6B1}"/>
          </ac:spMkLst>
        </pc:spChg>
        <pc:spChg chg="mod">
          <ac:chgData name="Minoo Mobin-Ventura" userId="041d1dc9328fdc3f" providerId="LiveId" clId="{D5D29C8B-2598-4729-9358-2FE0C325CBE7}" dt="2026-06-17T13:48:26.862" v="996"/>
          <ac:spMkLst>
            <pc:docMk/>
            <pc:sldMk cId="822969366" sldId="273"/>
            <ac:spMk id="29" creationId="{17D2E800-BBA4-AE02-60A8-052457FD464B}"/>
          </ac:spMkLst>
        </pc:spChg>
        <pc:spChg chg="mod">
          <ac:chgData name="Minoo Mobin-Ventura" userId="041d1dc9328fdc3f" providerId="LiveId" clId="{D5D29C8B-2598-4729-9358-2FE0C325CBE7}" dt="2026-06-17T13:48:26.862" v="996"/>
          <ac:spMkLst>
            <pc:docMk/>
            <pc:sldMk cId="822969366" sldId="273"/>
            <ac:spMk id="30" creationId="{01A3DE84-2009-CCC4-C468-66978595D909}"/>
          </ac:spMkLst>
        </pc:spChg>
        <pc:spChg chg="mod">
          <ac:chgData name="Minoo Mobin-Ventura" userId="041d1dc9328fdc3f" providerId="LiveId" clId="{D5D29C8B-2598-4729-9358-2FE0C325CBE7}" dt="2026-06-17T13:48:26.862" v="996"/>
          <ac:spMkLst>
            <pc:docMk/>
            <pc:sldMk cId="822969366" sldId="273"/>
            <ac:spMk id="31" creationId="{6C9E65F3-1119-8DBD-B7BD-6301F859A4A7}"/>
          </ac:spMkLst>
        </pc:spChg>
        <pc:spChg chg="mod topLvl">
          <ac:chgData name="Minoo Mobin-Ventura" userId="041d1dc9328fdc3f" providerId="LiveId" clId="{D5D29C8B-2598-4729-9358-2FE0C325CBE7}" dt="2026-06-17T13:16:04.805" v="573" actId="164"/>
          <ac:spMkLst>
            <pc:docMk/>
            <pc:sldMk cId="822969366" sldId="273"/>
            <ac:spMk id="32" creationId="{988901AF-CE2D-A9D1-FB1D-28071082DC49}"/>
          </ac:spMkLst>
        </pc:spChg>
        <pc:spChg chg="mod topLvl">
          <ac:chgData name="Minoo Mobin-Ventura" userId="041d1dc9328fdc3f" providerId="LiveId" clId="{D5D29C8B-2598-4729-9358-2FE0C325CBE7}" dt="2026-06-17T13:16:04.805" v="573" actId="164"/>
          <ac:spMkLst>
            <pc:docMk/>
            <pc:sldMk cId="822969366" sldId="273"/>
            <ac:spMk id="33" creationId="{5770BC0C-CADC-91B6-9D46-3DAC920DF54D}"/>
          </ac:spMkLst>
        </pc:spChg>
        <pc:grpChg chg="add mod">
          <ac:chgData name="Minoo Mobin-Ventura" userId="041d1dc9328fdc3f" providerId="LiveId" clId="{D5D29C8B-2598-4729-9358-2FE0C325CBE7}" dt="2026-06-17T13:53:26.631" v="1190" actId="1076"/>
          <ac:grpSpMkLst>
            <pc:docMk/>
            <pc:sldMk cId="822969366" sldId="273"/>
            <ac:grpSpMk id="7" creationId="{A822CC88-6748-1585-E050-DA014E04C305}"/>
          </ac:grpSpMkLst>
        </pc:grpChg>
        <pc:grpChg chg="add mod">
          <ac:chgData name="Minoo Mobin-Ventura" userId="041d1dc9328fdc3f" providerId="LiveId" clId="{D5D29C8B-2598-4729-9358-2FE0C325CBE7}" dt="2026-06-17T13:19:39.523" v="630" actId="164"/>
          <ac:grpSpMkLst>
            <pc:docMk/>
            <pc:sldMk cId="822969366" sldId="273"/>
            <ac:grpSpMk id="8" creationId="{F137E142-E0E4-5056-5830-44D79CD8540C}"/>
          </ac:grpSpMkLst>
        </pc:grpChg>
        <pc:grpChg chg="add mod">
          <ac:chgData name="Minoo Mobin-Ventura" userId="041d1dc9328fdc3f" providerId="LiveId" clId="{D5D29C8B-2598-4729-9358-2FE0C325CBE7}" dt="2026-06-17T13:19:48.609" v="632" actId="164"/>
          <ac:grpSpMkLst>
            <pc:docMk/>
            <pc:sldMk cId="822969366" sldId="273"/>
            <ac:grpSpMk id="21" creationId="{47A8F1E6-A5A1-6151-0F9A-FF1253B98BBE}"/>
          </ac:grpSpMkLst>
        </pc:grpChg>
        <pc:grpChg chg="add mod">
          <ac:chgData name="Minoo Mobin-Ventura" userId="041d1dc9328fdc3f" providerId="LiveId" clId="{D5D29C8B-2598-4729-9358-2FE0C325CBE7}" dt="2026-06-17T13:53:26.631" v="1190" actId="1076"/>
          <ac:grpSpMkLst>
            <pc:docMk/>
            <pc:sldMk cId="822969366" sldId="273"/>
            <ac:grpSpMk id="22" creationId="{2EB11316-D2AC-3584-94A8-8E5C2463A4E8}"/>
          </ac:grpSpMkLst>
        </pc:grpChg>
        <pc:grpChg chg="add mod">
          <ac:chgData name="Minoo Mobin-Ventura" userId="041d1dc9328fdc3f" providerId="LiveId" clId="{D5D29C8B-2598-4729-9358-2FE0C325CBE7}" dt="2026-06-17T13:53:26.631" v="1190" actId="1076"/>
          <ac:grpSpMkLst>
            <pc:docMk/>
            <pc:sldMk cId="822969366" sldId="273"/>
            <ac:grpSpMk id="25" creationId="{006F1D38-2C12-0215-721A-B3E62F83D812}"/>
          </ac:grpSpMkLst>
        </pc:grpChg>
        <pc:grpChg chg="add mod">
          <ac:chgData name="Minoo Mobin-Ventura" userId="041d1dc9328fdc3f" providerId="LiveId" clId="{D5D29C8B-2598-4729-9358-2FE0C325CBE7}" dt="2026-06-17T13:48:26.862" v="996"/>
          <ac:grpSpMkLst>
            <pc:docMk/>
            <pc:sldMk cId="822969366" sldId="273"/>
            <ac:grpSpMk id="27" creationId="{0A3CE44D-0C34-2991-56FD-18EE15F05BF5}"/>
          </ac:grpSpMkLst>
        </pc:grpChg>
        <pc:grpChg chg="mod">
          <ac:chgData name="Minoo Mobin-Ventura" userId="041d1dc9328fdc3f" providerId="LiveId" clId="{D5D29C8B-2598-4729-9358-2FE0C325CBE7}" dt="2026-06-17T13:48:26.862" v="996"/>
          <ac:grpSpMkLst>
            <pc:docMk/>
            <pc:sldMk cId="822969366" sldId="273"/>
            <ac:grpSpMk id="28" creationId="{4C2A3FD6-DC5D-D7AE-ABF9-302BAC1BE2CA}"/>
          </ac:grpSpMkLst>
        </pc:grpChg>
        <pc:grpChg chg="del mod">
          <ac:chgData name="Minoo Mobin-Ventura" userId="041d1dc9328fdc3f" providerId="LiveId" clId="{D5D29C8B-2598-4729-9358-2FE0C325CBE7}" dt="2026-06-17T13:12:59.368" v="482" actId="165"/>
          <ac:grpSpMkLst>
            <pc:docMk/>
            <pc:sldMk cId="822969366" sldId="273"/>
            <ac:grpSpMk id="31" creationId="{A25157D3-4B92-4FAF-5B2B-49F07130C8E1}"/>
          </ac:grpSpMkLst>
        </pc:grpChg>
        <pc:grpChg chg="mod">
          <ac:chgData name="Minoo Mobin-Ventura" userId="041d1dc9328fdc3f" providerId="LiveId" clId="{D5D29C8B-2598-4729-9358-2FE0C325CBE7}" dt="2026-06-17T13:53:26.631" v="1190" actId="1076"/>
          <ac:grpSpMkLst>
            <pc:docMk/>
            <pc:sldMk cId="822969366" sldId="273"/>
            <ac:grpSpMk id="35" creationId="{39D61CCA-0787-709A-CA02-AB7852C054FA}"/>
          </ac:grpSpMkLst>
        </pc:grpChg>
        <pc:grpChg chg="mod">
          <ac:chgData name="Minoo Mobin-Ventura" userId="041d1dc9328fdc3f" providerId="LiveId" clId="{D5D29C8B-2598-4729-9358-2FE0C325CBE7}" dt="2026-06-17T13:53:26.631" v="1190" actId="1076"/>
          <ac:grpSpMkLst>
            <pc:docMk/>
            <pc:sldMk cId="822969366" sldId="273"/>
            <ac:grpSpMk id="36" creationId="{1D84EB50-1A10-C4F9-4B1A-BA7677585E74}"/>
          </ac:grpSpMkLst>
        </pc:grpChg>
        <pc:grpChg chg="mod">
          <ac:chgData name="Minoo Mobin-Ventura" userId="041d1dc9328fdc3f" providerId="LiveId" clId="{D5D29C8B-2598-4729-9358-2FE0C325CBE7}" dt="2026-06-17T13:53:26.631" v="1190" actId="1076"/>
          <ac:grpSpMkLst>
            <pc:docMk/>
            <pc:sldMk cId="822969366" sldId="273"/>
            <ac:grpSpMk id="37" creationId="{82DCEA3E-EBB4-E47E-A719-D7E3ED2A1BA6}"/>
          </ac:grpSpMkLst>
        </pc:grpChg>
        <pc:grpChg chg="del">
          <ac:chgData name="Minoo Mobin-Ventura" userId="041d1dc9328fdc3f" providerId="LiveId" clId="{D5D29C8B-2598-4729-9358-2FE0C325CBE7}" dt="2026-06-17T13:12:46.689" v="479" actId="478"/>
          <ac:grpSpMkLst>
            <pc:docMk/>
            <pc:sldMk cId="822969366" sldId="273"/>
            <ac:grpSpMk id="52" creationId="{11DD02C0-1602-B375-1397-5DEDA4545F5A}"/>
          </ac:grpSpMkLst>
        </pc:grpChg>
        <pc:grpChg chg="del">
          <ac:chgData name="Minoo Mobin-Ventura" userId="041d1dc9328fdc3f" providerId="LiveId" clId="{D5D29C8B-2598-4729-9358-2FE0C325CBE7}" dt="2026-06-17T13:12:47.940" v="480" actId="478"/>
          <ac:grpSpMkLst>
            <pc:docMk/>
            <pc:sldMk cId="822969366" sldId="273"/>
            <ac:grpSpMk id="53" creationId="{2B0A0A13-9206-5592-BD45-56B468C577BF}"/>
          </ac:grpSpMkLst>
        </pc:grpChg>
        <pc:picChg chg="mod">
          <ac:chgData name="Minoo Mobin-Ventura" userId="041d1dc9328fdc3f" providerId="LiveId" clId="{D5D29C8B-2598-4729-9358-2FE0C325CBE7}" dt="2026-06-17T13:17:59.305" v="610" actId="1035"/>
          <ac:picMkLst>
            <pc:docMk/>
            <pc:sldMk cId="822969366" sldId="273"/>
            <ac:picMk id="13" creationId="{29D5A2D1-5735-7414-18E3-2CB14F223733}"/>
          </ac:picMkLst>
        </pc:picChg>
        <pc:picChg chg="add mod ord">
          <ac:chgData name="Minoo Mobin-Ventura" userId="041d1dc9328fdc3f" providerId="LiveId" clId="{D5D29C8B-2598-4729-9358-2FE0C325CBE7}" dt="2026-06-17T13:19:15.283" v="624" actId="164"/>
          <ac:picMkLst>
            <pc:docMk/>
            <pc:sldMk cId="822969366" sldId="273"/>
            <ac:picMk id="20" creationId="{9D070DF2-46C9-5690-BF22-368B9C1CC151}"/>
          </ac:picMkLst>
        </pc:picChg>
        <pc:picChg chg="add del mod">
          <ac:chgData name="Minoo Mobin-Ventura" userId="041d1dc9328fdc3f" providerId="LiveId" clId="{D5D29C8B-2598-4729-9358-2FE0C325CBE7}" dt="2026-06-17T13:26:20.475" v="735" actId="21"/>
          <ac:picMkLst>
            <pc:docMk/>
            <pc:sldMk cId="822969366" sldId="273"/>
            <ac:picMk id="28" creationId="{446878DE-D658-1ED3-2D13-3B6E913E7998}"/>
          </ac:picMkLst>
        </pc:picChg>
        <pc:picChg chg="mod topLvl">
          <ac:chgData name="Minoo Mobin-Ventura" userId="041d1dc9328fdc3f" providerId="LiveId" clId="{D5D29C8B-2598-4729-9358-2FE0C325CBE7}" dt="2026-06-17T13:16:04.805" v="573" actId="164"/>
          <ac:picMkLst>
            <pc:docMk/>
            <pc:sldMk cId="822969366" sldId="273"/>
            <ac:picMk id="34" creationId="{A70A3AD6-03B8-185E-80E1-3E1C5846A172}"/>
          </ac:picMkLst>
        </pc:picChg>
      </pc:sldChg>
      <pc:sldChg chg="modSp add mod">
        <pc:chgData name="Minoo Mobin-Ventura" userId="041d1dc9328fdc3f" providerId="LiveId" clId="{D5D29C8B-2598-4729-9358-2FE0C325CBE7}" dt="2026-06-17T14:13:02.719" v="1244" actId="20577"/>
        <pc:sldMkLst>
          <pc:docMk/>
          <pc:sldMk cId="3462785857" sldId="273"/>
        </pc:sldMkLst>
        <pc:spChg chg="mod">
          <ac:chgData name="Minoo Mobin-Ventura" userId="041d1dc9328fdc3f" providerId="LiveId" clId="{D5D29C8B-2598-4729-9358-2FE0C325CBE7}" dt="2026-06-17T14:13:02.719" v="1244" actId="20577"/>
          <ac:spMkLst>
            <pc:docMk/>
            <pc:sldMk cId="3462785857" sldId="273"/>
            <ac:spMk id="5" creationId="{167E9F43-6B10-2905-4C55-0F89B692B966}"/>
          </ac:spMkLst>
        </pc:spChg>
      </pc:sldChg>
      <pc:sldChg chg="modSp add del mod">
        <pc:chgData name="Minoo Mobin-Ventura" userId="041d1dc9328fdc3f" providerId="LiveId" clId="{D5D29C8B-2598-4729-9358-2FE0C325CBE7}" dt="2026-06-17T14:17:35.575" v="1385" actId="2696"/>
        <pc:sldMkLst>
          <pc:docMk/>
          <pc:sldMk cId="3944821154" sldId="274"/>
        </pc:sldMkLst>
        <pc:spChg chg="mod">
          <ac:chgData name="Minoo Mobin-Ventura" userId="041d1dc9328fdc3f" providerId="LiveId" clId="{D5D29C8B-2598-4729-9358-2FE0C325CBE7}" dt="2026-06-17T14:13:08.100" v="1245" actId="20577"/>
          <ac:spMkLst>
            <pc:docMk/>
            <pc:sldMk cId="3944821154" sldId="274"/>
            <ac:spMk id="5" creationId="{F1569B34-8C02-201A-C2F3-C3C2A5140642}"/>
          </ac:spMkLst>
        </pc:spChg>
      </pc:sldChg>
      <pc:sldChg chg="addSp delSp modSp add del mod">
        <pc:chgData name="Minoo Mobin-Ventura" userId="041d1dc9328fdc3f" providerId="LiveId" clId="{D5D29C8B-2598-4729-9358-2FE0C325CBE7}" dt="2026-06-17T14:11:48.458" v="1237" actId="47"/>
        <pc:sldMkLst>
          <pc:docMk/>
          <pc:sldMk cId="4009215558" sldId="274"/>
        </pc:sldMkLst>
        <pc:spChg chg="del">
          <ac:chgData name="Minoo Mobin-Ventura" userId="041d1dc9328fdc3f" providerId="LiveId" clId="{D5D29C8B-2598-4729-9358-2FE0C325CBE7}" dt="2026-06-17T13:48:35.134" v="998" actId="478"/>
          <ac:spMkLst>
            <pc:docMk/>
            <pc:sldMk cId="4009215558" sldId="274"/>
            <ac:spMk id="2" creationId="{08822D7A-975B-6830-3D23-847F5A58CD55}"/>
          </ac:spMkLst>
        </pc:spChg>
        <pc:spChg chg="del">
          <ac:chgData name="Minoo Mobin-Ventura" userId="041d1dc9328fdc3f" providerId="LiveId" clId="{D5D29C8B-2598-4729-9358-2FE0C325CBE7}" dt="2026-06-17T13:48:36.243" v="999" actId="478"/>
          <ac:spMkLst>
            <pc:docMk/>
            <pc:sldMk cId="4009215558" sldId="274"/>
            <ac:spMk id="3" creationId="{9A41F9BD-77D4-72C9-0108-5E330F322B16}"/>
          </ac:spMkLst>
        </pc:spChg>
        <pc:spChg chg="del">
          <ac:chgData name="Minoo Mobin-Ventura" userId="041d1dc9328fdc3f" providerId="LiveId" clId="{D5D29C8B-2598-4729-9358-2FE0C325CBE7}" dt="2026-06-17T13:48:34.466" v="997" actId="478"/>
          <ac:spMkLst>
            <pc:docMk/>
            <pc:sldMk cId="4009215558" sldId="274"/>
            <ac:spMk id="4" creationId="{F5959483-97FB-B190-2FAC-C91EB3DE4717}"/>
          </ac:spMkLst>
        </pc:spChg>
        <pc:spChg chg="mod">
          <ac:chgData name="Minoo Mobin-Ventura" userId="041d1dc9328fdc3f" providerId="LiveId" clId="{D5D29C8B-2598-4729-9358-2FE0C325CBE7}" dt="2026-06-17T13:53:41.097" v="1191" actId="1076"/>
          <ac:spMkLst>
            <pc:docMk/>
            <pc:sldMk cId="4009215558" sldId="274"/>
            <ac:spMk id="5" creationId="{24306ABE-2C19-CF35-3F01-48C28EA9B9B1}"/>
          </ac:spMkLst>
        </pc:spChg>
        <pc:spChg chg="mod">
          <ac:chgData name="Minoo Mobin-Ventura" userId="041d1dc9328fdc3f" providerId="LiveId" clId="{D5D29C8B-2598-4729-9358-2FE0C325CBE7}" dt="2026-06-17T13:53:41.097" v="1191" actId="1076"/>
          <ac:spMkLst>
            <pc:docMk/>
            <pc:sldMk cId="4009215558" sldId="274"/>
            <ac:spMk id="6" creationId="{02D275A4-E212-3482-7D33-392E3BE189D1}"/>
          </ac:spMkLst>
        </pc:spChg>
        <pc:spChg chg="mod">
          <ac:chgData name="Minoo Mobin-Ventura" userId="041d1dc9328fdc3f" providerId="LiveId" clId="{D5D29C8B-2598-4729-9358-2FE0C325CBE7}" dt="2026-06-17T13:48:38.822" v="1000"/>
          <ac:spMkLst>
            <pc:docMk/>
            <pc:sldMk cId="4009215558" sldId="274"/>
            <ac:spMk id="9" creationId="{97F6AB40-E304-CCC9-1CDF-6B33D2E8269F}"/>
          </ac:spMkLst>
        </pc:spChg>
        <pc:spChg chg="mod">
          <ac:chgData name="Minoo Mobin-Ventura" userId="041d1dc9328fdc3f" providerId="LiveId" clId="{D5D29C8B-2598-4729-9358-2FE0C325CBE7}" dt="2026-06-17T13:48:38.822" v="1000"/>
          <ac:spMkLst>
            <pc:docMk/>
            <pc:sldMk cId="4009215558" sldId="274"/>
            <ac:spMk id="10" creationId="{18D9F3AC-74D3-03ED-69EE-B6B754AF3768}"/>
          </ac:spMkLst>
        </pc:spChg>
        <pc:spChg chg="mod">
          <ac:chgData name="Minoo Mobin-Ventura" userId="041d1dc9328fdc3f" providerId="LiveId" clId="{D5D29C8B-2598-4729-9358-2FE0C325CBE7}" dt="2026-06-17T13:48:38.822" v="1000"/>
          <ac:spMkLst>
            <pc:docMk/>
            <pc:sldMk cId="4009215558" sldId="274"/>
            <ac:spMk id="11" creationId="{5DD85B69-C41D-E14B-C472-F6953D044500}"/>
          </ac:spMkLst>
        </pc:spChg>
        <pc:spChg chg="mod">
          <ac:chgData name="Minoo Mobin-Ventura" userId="041d1dc9328fdc3f" providerId="LiveId" clId="{D5D29C8B-2598-4729-9358-2FE0C325CBE7}" dt="2026-06-17T13:29:04.235" v="789" actId="20577"/>
          <ac:spMkLst>
            <pc:docMk/>
            <pc:sldMk cId="4009215558" sldId="274"/>
            <ac:spMk id="23" creationId="{54E186CE-00B5-5D9E-8443-46C7703CFE22}"/>
          </ac:spMkLst>
        </pc:spChg>
        <pc:spChg chg="del">
          <ac:chgData name="Minoo Mobin-Ventura" userId="041d1dc9328fdc3f" providerId="LiveId" clId="{D5D29C8B-2598-4729-9358-2FE0C325CBE7}" dt="2026-06-17T13:27:23.237" v="747" actId="478"/>
          <ac:spMkLst>
            <pc:docMk/>
            <pc:sldMk cId="4009215558" sldId="274"/>
            <ac:spMk id="26" creationId="{D0F64B2B-AD51-95A8-D8E1-E0F80C052E7B}"/>
          </ac:spMkLst>
        </pc:spChg>
        <pc:spChg chg="mod">
          <ac:chgData name="Minoo Mobin-Ventura" userId="041d1dc9328fdc3f" providerId="LiveId" clId="{D5D29C8B-2598-4729-9358-2FE0C325CBE7}" dt="2026-06-17T13:29:25.214" v="808" actId="20577"/>
          <ac:spMkLst>
            <pc:docMk/>
            <pc:sldMk cId="4009215558" sldId="274"/>
            <ac:spMk id="30" creationId="{F1CFEE58-34D9-318F-E49C-985D724C1D23}"/>
          </ac:spMkLst>
        </pc:spChg>
        <pc:spChg chg="mod">
          <ac:chgData name="Minoo Mobin-Ventura" userId="041d1dc9328fdc3f" providerId="LiveId" clId="{D5D29C8B-2598-4729-9358-2FE0C325CBE7}" dt="2026-06-17T13:29:09.644" v="790"/>
          <ac:spMkLst>
            <pc:docMk/>
            <pc:sldMk cId="4009215558" sldId="274"/>
            <ac:spMk id="31" creationId="{A70AEE1D-57FE-0EE9-8D1B-CA6EA8C358B1}"/>
          </ac:spMkLst>
        </pc:spChg>
        <pc:grpChg chg="del">
          <ac:chgData name="Minoo Mobin-Ventura" userId="041d1dc9328fdc3f" providerId="LiveId" clId="{D5D29C8B-2598-4729-9358-2FE0C325CBE7}" dt="2026-06-17T13:27:01.204" v="739" actId="478"/>
          <ac:grpSpMkLst>
            <pc:docMk/>
            <pc:sldMk cId="4009215558" sldId="274"/>
            <ac:grpSpMk id="7" creationId="{88AE29A3-C249-B2D7-1926-E429283967BD}"/>
          </ac:grpSpMkLst>
        </pc:grpChg>
        <pc:grpChg chg="add mod">
          <ac:chgData name="Minoo Mobin-Ventura" userId="041d1dc9328fdc3f" providerId="LiveId" clId="{D5D29C8B-2598-4729-9358-2FE0C325CBE7}" dt="2026-06-17T13:48:38.822" v="1000"/>
          <ac:grpSpMkLst>
            <pc:docMk/>
            <pc:sldMk cId="4009215558" sldId="274"/>
            <ac:grpSpMk id="7" creationId="{B57FF4F4-1BC1-BF80-84D1-BCF7A05A314D}"/>
          </ac:grpSpMkLst>
        </pc:grpChg>
        <pc:grpChg chg="mod">
          <ac:chgData name="Minoo Mobin-Ventura" userId="041d1dc9328fdc3f" providerId="LiveId" clId="{D5D29C8B-2598-4729-9358-2FE0C325CBE7}" dt="2026-06-17T13:48:38.822" v="1000"/>
          <ac:grpSpMkLst>
            <pc:docMk/>
            <pc:sldMk cId="4009215558" sldId="274"/>
            <ac:grpSpMk id="8" creationId="{3917DF2F-52CA-4921-0C71-4EAD7C9F66FD}"/>
          </ac:grpSpMkLst>
        </pc:grpChg>
        <pc:grpChg chg="del">
          <ac:chgData name="Minoo Mobin-Ventura" userId="041d1dc9328fdc3f" providerId="LiveId" clId="{D5D29C8B-2598-4729-9358-2FE0C325CBE7}" dt="2026-06-17T13:27:03.354" v="740" actId="478"/>
          <ac:grpSpMkLst>
            <pc:docMk/>
            <pc:sldMk cId="4009215558" sldId="274"/>
            <ac:grpSpMk id="22" creationId="{A1ABEF45-9D70-F76A-F0D9-6774C3FEA2E7}"/>
          </ac:grpSpMkLst>
        </pc:grpChg>
        <pc:grpChg chg="del">
          <ac:chgData name="Minoo Mobin-Ventura" userId="041d1dc9328fdc3f" providerId="LiveId" clId="{D5D29C8B-2598-4729-9358-2FE0C325CBE7}" dt="2026-06-17T13:27:04.755" v="741" actId="478"/>
          <ac:grpSpMkLst>
            <pc:docMk/>
            <pc:sldMk cId="4009215558" sldId="274"/>
            <ac:grpSpMk id="25" creationId="{83AB5559-58D2-44FC-ADA3-8423935E4704}"/>
          </ac:grpSpMkLst>
        </pc:grpChg>
        <pc:grpChg chg="add mod">
          <ac:chgData name="Minoo Mobin-Ventura" userId="041d1dc9328fdc3f" providerId="LiveId" clId="{D5D29C8B-2598-4729-9358-2FE0C325CBE7}" dt="2026-06-17T13:53:41.097" v="1191" actId="1076"/>
          <ac:grpSpMkLst>
            <pc:docMk/>
            <pc:sldMk cId="4009215558" sldId="274"/>
            <ac:grpSpMk id="29" creationId="{DB4882F3-09E8-08D5-5887-AFB15C95337C}"/>
          </ac:grpSpMkLst>
        </pc:grpChg>
        <pc:grpChg chg="del">
          <ac:chgData name="Minoo Mobin-Ventura" userId="041d1dc9328fdc3f" providerId="LiveId" clId="{D5D29C8B-2598-4729-9358-2FE0C325CBE7}" dt="2026-06-17T13:27:07.692" v="742" actId="478"/>
          <ac:grpSpMkLst>
            <pc:docMk/>
            <pc:sldMk cId="4009215558" sldId="274"/>
            <ac:grpSpMk id="35" creationId="{FC9E17A3-EB81-43A5-F682-EE535EFF675B}"/>
          </ac:grpSpMkLst>
        </pc:grpChg>
        <pc:grpChg chg="del">
          <ac:chgData name="Minoo Mobin-Ventura" userId="041d1dc9328fdc3f" providerId="LiveId" clId="{D5D29C8B-2598-4729-9358-2FE0C325CBE7}" dt="2026-06-17T13:27:09.206" v="743" actId="478"/>
          <ac:grpSpMkLst>
            <pc:docMk/>
            <pc:sldMk cId="4009215558" sldId="274"/>
            <ac:grpSpMk id="36" creationId="{59DD6331-568C-6D21-5E53-ED88EB3433A3}"/>
          </ac:grpSpMkLst>
        </pc:grpChg>
        <pc:grpChg chg="mod">
          <ac:chgData name="Minoo Mobin-Ventura" userId="041d1dc9328fdc3f" providerId="LiveId" clId="{D5D29C8B-2598-4729-9358-2FE0C325CBE7}" dt="2026-06-17T13:53:41.097" v="1191" actId="1076"/>
          <ac:grpSpMkLst>
            <pc:docMk/>
            <pc:sldMk cId="4009215558" sldId="274"/>
            <ac:grpSpMk id="37" creationId="{F2918685-CFDD-BD29-0266-9634B3AA248D}"/>
          </ac:grpSpMkLst>
        </pc:grpChg>
        <pc:picChg chg="add mod">
          <ac:chgData name="Minoo Mobin-Ventura" userId="041d1dc9328fdc3f" providerId="LiveId" clId="{D5D29C8B-2598-4729-9358-2FE0C325CBE7}" dt="2026-06-17T13:53:41.097" v="1191" actId="1076"/>
          <ac:picMkLst>
            <pc:docMk/>
            <pc:sldMk cId="4009215558" sldId="274"/>
            <ac:picMk id="27" creationId="{D2EBB6E0-AB6F-2227-EF0B-87AF9B56C9F4}"/>
          </ac:picMkLst>
        </pc:picChg>
        <pc:picChg chg="add mod modCrop">
          <ac:chgData name="Minoo Mobin-Ventura" userId="041d1dc9328fdc3f" providerId="LiveId" clId="{D5D29C8B-2598-4729-9358-2FE0C325CBE7}" dt="2026-06-17T13:53:41.097" v="1191" actId="1076"/>
          <ac:picMkLst>
            <pc:docMk/>
            <pc:sldMk cId="4009215558" sldId="274"/>
            <ac:picMk id="28" creationId="{446878DE-D658-1ED3-2D13-3B6E913E7998}"/>
          </ac:picMkLst>
        </pc:picChg>
      </pc:sldChg>
      <pc:sldChg chg="modSp add del mod">
        <pc:chgData name="Minoo Mobin-Ventura" userId="041d1dc9328fdc3f" providerId="LiveId" clId="{D5D29C8B-2598-4729-9358-2FE0C325CBE7}" dt="2026-06-17T14:17:35.575" v="1385" actId="2696"/>
        <pc:sldMkLst>
          <pc:docMk/>
          <pc:sldMk cId="2176474990" sldId="275"/>
        </pc:sldMkLst>
        <pc:spChg chg="mod">
          <ac:chgData name="Minoo Mobin-Ventura" userId="041d1dc9328fdc3f" providerId="LiveId" clId="{D5D29C8B-2598-4729-9358-2FE0C325CBE7}" dt="2026-06-17T14:13:17.815" v="1248" actId="20577"/>
          <ac:spMkLst>
            <pc:docMk/>
            <pc:sldMk cId="2176474990" sldId="275"/>
            <ac:spMk id="5" creationId="{0FADC679-F0F7-4F13-877B-00987F249558}"/>
          </ac:spMkLst>
        </pc:spChg>
      </pc:sldChg>
      <pc:sldChg chg="modSp add mod">
        <pc:chgData name="Minoo Mobin-Ventura" userId="041d1dc9328fdc3f" providerId="LiveId" clId="{D5D29C8B-2598-4729-9358-2FE0C325CBE7}" dt="2026-06-17T14:17:48.947" v="1387" actId="20577"/>
        <pc:sldMkLst>
          <pc:docMk/>
          <pc:sldMk cId="2621582281" sldId="276"/>
        </pc:sldMkLst>
        <pc:spChg chg="mod">
          <ac:chgData name="Minoo Mobin-Ventura" userId="041d1dc9328fdc3f" providerId="LiveId" clId="{D5D29C8B-2598-4729-9358-2FE0C325CBE7}" dt="2026-06-17T14:17:48.947" v="1387" actId="20577"/>
          <ac:spMkLst>
            <pc:docMk/>
            <pc:sldMk cId="2621582281" sldId="276"/>
            <ac:spMk id="5" creationId="{D5F94DA6-649D-04C9-A78A-F30C5DA7F269}"/>
          </ac:spMkLst>
        </pc:spChg>
        <pc:spChg chg="mod">
          <ac:chgData name="Minoo Mobin-Ventura" userId="041d1dc9328fdc3f" providerId="LiveId" clId="{D5D29C8B-2598-4729-9358-2FE0C325CBE7}" dt="2026-06-17T14:16:09.816" v="1306" actId="20577"/>
          <ac:spMkLst>
            <pc:docMk/>
            <pc:sldMk cId="2621582281" sldId="276"/>
            <ac:spMk id="6" creationId="{BB597C2A-5528-9481-6A35-D38229AC1690}"/>
          </ac:spMkLst>
        </pc:spChg>
      </pc:sldChg>
      <pc:sldChg chg="modSp add mod">
        <pc:chgData name="Minoo Mobin-Ventura" userId="041d1dc9328fdc3f" providerId="LiveId" clId="{D5D29C8B-2598-4729-9358-2FE0C325CBE7}" dt="2026-06-17T14:17:56.806" v="1391" actId="20577"/>
        <pc:sldMkLst>
          <pc:docMk/>
          <pc:sldMk cId="2679093272" sldId="277"/>
        </pc:sldMkLst>
        <pc:spChg chg="mod">
          <ac:chgData name="Minoo Mobin-Ventura" userId="041d1dc9328fdc3f" providerId="LiveId" clId="{D5D29C8B-2598-4729-9358-2FE0C325CBE7}" dt="2026-06-17T14:17:56.806" v="1391" actId="20577"/>
          <ac:spMkLst>
            <pc:docMk/>
            <pc:sldMk cId="2679093272" sldId="277"/>
            <ac:spMk id="5" creationId="{1ADF1E41-3458-224B-30B0-F6AFA016EFDB}"/>
          </ac:spMkLst>
        </pc:spChg>
        <pc:spChg chg="mod">
          <ac:chgData name="Minoo Mobin-Ventura" userId="041d1dc9328fdc3f" providerId="LiveId" clId="{D5D29C8B-2598-4729-9358-2FE0C325CBE7}" dt="2026-06-17T14:16:29.054" v="1328" actId="20577"/>
          <ac:spMkLst>
            <pc:docMk/>
            <pc:sldMk cId="2679093272" sldId="277"/>
            <ac:spMk id="6" creationId="{CE3CF082-3118-449A-D281-6C5FF90CF9C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3950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8402F-0F0A-9566-71F6-F7C251BB9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9E0B7-19F5-8774-522C-93FD93975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3D9B9D-4014-A6AC-3308-C5839BBFF4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516A68-36DA-8477-7D38-891EAC85EE1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210764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23172-6BEB-822F-5A8E-7BFD94EC8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02201-3A80-8B6D-05A4-5A649ACE9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17F322-A7B2-5807-341A-A382990442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CBEC73-38F9-CA82-CBA0-76D2F2E6470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33876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2E99A-2D45-CF12-FC69-05F957932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8BB1E-A540-C978-D5F7-9725F3BE3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98892-228E-FF03-1F86-8D989D7A1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58D10-E867-3756-B262-720EC6527F3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90979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6B541-5676-22C3-D266-BF36270A1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9AE5D-B744-DAD3-88F5-DCF2B48BA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FADA1-FA24-96CB-62D5-EC7D4DB69C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5ECB02-6733-C2A1-68A9-FF172C932E1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95929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174812" cy="5143500"/>
          </a:xfrm>
          <a:prstGeom prst="rect">
            <a:avLst/>
          </a:prstGeom>
          <a:solidFill>
            <a:srgbClr val="C6922E"/>
          </a:solidFill>
          <a:ln w="12700">
            <a:solidFill>
              <a:srgbClr val="C6922E"/>
            </a:solidFill>
            <a:prstDash val="solid"/>
          </a:ln>
        </p:spPr>
        <p:txBody>
          <a:bodyPr/>
          <a:lstStyle/>
          <a:p>
            <a:endParaRPr lang="en-US"/>
          </a:p>
        </p:txBody>
      </p:sp>
      <p:sp>
        <p:nvSpPr>
          <p:cNvPr id="7" name="Text 4"/>
          <p:cNvSpPr/>
          <p:nvPr/>
        </p:nvSpPr>
        <p:spPr>
          <a:xfrm>
            <a:off x="457200" y="4114800"/>
            <a:ext cx="8229600" cy="365760"/>
          </a:xfrm>
          <a:prstGeom prst="rect">
            <a:avLst/>
          </a:prstGeom>
          <a:noFill/>
          <a:ln/>
        </p:spPr>
        <p:txBody>
          <a:bodyPr wrap="square" rtlCol="0" anchor="ctr"/>
          <a:lstStyle/>
          <a:p>
            <a:pPr marL="0" indent="0" algn="ctr">
              <a:buNone/>
            </a:pPr>
            <a:r>
              <a:rPr lang="en-US" sz="1300" kern="0" spc="600" dirty="0">
                <a:solidFill>
                  <a:srgbClr val="FFFFFF"/>
                </a:solidFill>
                <a:latin typeface="Arial" pitchFamily="34" charset="0"/>
                <a:ea typeface="Arial" pitchFamily="34" charset="-122"/>
                <a:cs typeface="Arial" pitchFamily="34" charset="-120"/>
              </a:rPr>
              <a:t>BRAND GUIDELINES</a:t>
            </a:r>
            <a:endParaRPr lang="en-US" sz="1300" dirty="0"/>
          </a:p>
        </p:txBody>
      </p:sp>
      <p:sp>
        <p:nvSpPr>
          <p:cNvPr id="8" name="Text 5"/>
          <p:cNvSpPr/>
          <p:nvPr/>
        </p:nvSpPr>
        <p:spPr>
          <a:xfrm>
            <a:off x="457200" y="4480560"/>
            <a:ext cx="8229600" cy="274320"/>
          </a:xfrm>
          <a:prstGeom prst="rect">
            <a:avLst/>
          </a:prstGeom>
          <a:noFill/>
          <a:ln/>
        </p:spPr>
        <p:txBody>
          <a:bodyPr wrap="square" rtlCol="0" anchor="ctr"/>
          <a:lstStyle/>
          <a:p>
            <a:pPr marL="0" indent="0" algn="ctr">
              <a:buNone/>
            </a:pPr>
            <a:r>
              <a:rPr lang="en-US" sz="1000" kern="0" spc="400" dirty="0">
                <a:solidFill>
                  <a:srgbClr val="E0E0E0"/>
                </a:solidFill>
                <a:latin typeface="Arial" pitchFamily="34" charset="0"/>
                <a:ea typeface="Arial" pitchFamily="34" charset="-122"/>
                <a:cs typeface="Arial" pitchFamily="34" charset="-120"/>
              </a:rPr>
              <a:t>2026 Edition</a:t>
            </a:r>
            <a:endParaRPr lang="en-US" sz="1000" dirty="0"/>
          </a:p>
        </p:txBody>
      </p:sp>
      <p:pic>
        <p:nvPicPr>
          <p:cNvPr id="10" name="Picture 9">
            <a:extLst>
              <a:ext uri="{FF2B5EF4-FFF2-40B4-BE49-F238E27FC236}">
                <a16:creationId xmlns:a16="http://schemas.microsoft.com/office/drawing/2014/main" id="{7F8AE255-7647-02C1-B375-9CECAE13AC8A}"/>
              </a:ext>
            </a:extLst>
          </p:cNvPr>
          <p:cNvPicPr>
            <a:picLocks noChangeAspect="1"/>
          </p:cNvPicPr>
          <p:nvPr/>
        </p:nvPicPr>
        <p:blipFill>
          <a:blip r:embed="rId3"/>
          <a:stretch>
            <a:fillRect/>
          </a:stretch>
        </p:blipFill>
        <p:spPr>
          <a:xfrm>
            <a:off x="717973" y="0"/>
            <a:ext cx="7863840" cy="43865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3" name="Shape 1"/>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sp>
        <p:nvSpPr>
          <p:cNvPr id="4" name="Text 2"/>
          <p:cNvSpPr/>
          <p:nvPr/>
        </p:nvSpPr>
        <p:spPr>
          <a:xfrm rot="16200000">
            <a:off x="-1289304" y="2267712"/>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CONTENTS</a:t>
            </a:r>
            <a:endParaRPr lang="en-US" sz="1300" dirty="0"/>
          </a:p>
        </p:txBody>
      </p:sp>
      <p:sp>
        <p:nvSpPr>
          <p:cNvPr id="5" name="Text 3"/>
          <p:cNvSpPr/>
          <p:nvPr/>
        </p:nvSpPr>
        <p:spPr>
          <a:xfrm>
            <a:off x="996696" y="175542"/>
            <a:ext cx="6858000" cy="457200"/>
          </a:xfrm>
          <a:prstGeom prst="rect">
            <a:avLst/>
          </a:prstGeom>
          <a:noFill/>
          <a:ln/>
        </p:spPr>
        <p:txBody>
          <a:bodyPr wrap="square" rtlCol="0" anchor="ctr"/>
          <a:lstStyle/>
          <a:p>
            <a:pPr marL="0" indent="0">
              <a:buNone/>
            </a:pPr>
            <a:r>
              <a:rPr lang="en-US" sz="1200" kern="0" spc="400" dirty="0">
                <a:solidFill>
                  <a:srgbClr val="7A7A7A"/>
                </a:solidFill>
                <a:latin typeface="Arial" pitchFamily="34" charset="0"/>
                <a:ea typeface="Arial" pitchFamily="34" charset="-122"/>
                <a:cs typeface="Arial" pitchFamily="34" charset="-120"/>
              </a:rPr>
              <a:t>Tell Your Story</a:t>
            </a:r>
            <a:endParaRPr lang="en-US" sz="1200" dirty="0"/>
          </a:p>
        </p:txBody>
      </p:sp>
      <p:sp>
        <p:nvSpPr>
          <p:cNvPr id="6" name="Text 4"/>
          <p:cNvSpPr/>
          <p:nvPr/>
        </p:nvSpPr>
        <p:spPr>
          <a:xfrm>
            <a:off x="996696" y="495582"/>
            <a:ext cx="6858000" cy="640080"/>
          </a:xfrm>
          <a:prstGeom prst="rect">
            <a:avLst/>
          </a:prstGeom>
          <a:noFill/>
          <a:ln/>
        </p:spPr>
        <p:txBody>
          <a:bodyPr wrap="square" rtlCol="0" anchor="ctr"/>
          <a:lstStyle/>
          <a:p>
            <a:pPr marL="0" indent="0">
              <a:buNone/>
            </a:pPr>
            <a:r>
              <a:rPr lang="en-US" sz="3400" b="1" dirty="0">
                <a:solidFill>
                  <a:srgbClr val="2B2B2B"/>
                </a:solidFill>
                <a:latin typeface="Arial" pitchFamily="34" charset="0"/>
                <a:ea typeface="Arial" pitchFamily="34" charset="-122"/>
                <a:cs typeface="Arial" pitchFamily="34" charset="-120"/>
              </a:rPr>
              <a:t>What's inside</a:t>
            </a:r>
            <a:endParaRPr lang="en-US" sz="3400" dirty="0"/>
          </a:p>
        </p:txBody>
      </p:sp>
      <p:sp>
        <p:nvSpPr>
          <p:cNvPr id="7" name="Text 5"/>
          <p:cNvSpPr/>
          <p:nvPr/>
        </p:nvSpPr>
        <p:spPr>
          <a:xfrm>
            <a:off x="990257" y="1358474"/>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01</a:t>
            </a:r>
            <a:endParaRPr lang="en-US" sz="1800" dirty="0"/>
          </a:p>
        </p:txBody>
      </p:sp>
      <p:sp>
        <p:nvSpPr>
          <p:cNvPr id="8" name="Text 6"/>
          <p:cNvSpPr/>
          <p:nvPr/>
        </p:nvSpPr>
        <p:spPr>
          <a:xfrm>
            <a:off x="1538897" y="1358474"/>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ea typeface="Arial" pitchFamily="34" charset="-122"/>
                <a:cs typeface="Arial" pitchFamily="34" charset="-120"/>
              </a:rPr>
              <a:t>The Company</a:t>
            </a:r>
            <a:endParaRPr lang="en-US" sz="1300" dirty="0"/>
          </a:p>
        </p:txBody>
      </p:sp>
      <p:sp>
        <p:nvSpPr>
          <p:cNvPr id="9" name="Text 7"/>
          <p:cNvSpPr/>
          <p:nvPr/>
        </p:nvSpPr>
        <p:spPr>
          <a:xfrm>
            <a:off x="1538897" y="1605362"/>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30 years of Miami real estate</a:t>
            </a:r>
            <a:endParaRPr lang="en-US" sz="900" dirty="0"/>
          </a:p>
        </p:txBody>
      </p:sp>
      <p:sp>
        <p:nvSpPr>
          <p:cNvPr id="10" name="Shape 8"/>
          <p:cNvSpPr/>
          <p:nvPr/>
        </p:nvSpPr>
        <p:spPr>
          <a:xfrm>
            <a:off x="990257" y="1861394"/>
            <a:ext cx="3474720" cy="0"/>
          </a:xfrm>
          <a:prstGeom prst="line">
            <a:avLst/>
          </a:prstGeom>
          <a:noFill/>
          <a:ln w="9525">
            <a:solidFill>
              <a:srgbClr val="D9D9D9"/>
            </a:solidFill>
            <a:prstDash val="solid"/>
          </a:ln>
        </p:spPr>
        <p:txBody>
          <a:bodyPr/>
          <a:lstStyle/>
          <a:p>
            <a:endParaRPr lang="en-US"/>
          </a:p>
        </p:txBody>
      </p:sp>
      <p:sp>
        <p:nvSpPr>
          <p:cNvPr id="11" name="Text 9"/>
          <p:cNvSpPr/>
          <p:nvPr/>
        </p:nvSpPr>
        <p:spPr>
          <a:xfrm>
            <a:off x="990257" y="1925402"/>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02</a:t>
            </a:r>
            <a:endParaRPr lang="en-US" sz="1800" dirty="0"/>
          </a:p>
        </p:txBody>
      </p:sp>
      <p:sp>
        <p:nvSpPr>
          <p:cNvPr id="12" name="Text 10"/>
          <p:cNvSpPr/>
          <p:nvPr/>
        </p:nvSpPr>
        <p:spPr>
          <a:xfrm>
            <a:off x="1538897" y="1925402"/>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ea typeface="Arial" pitchFamily="34" charset="-122"/>
                <a:cs typeface="Arial" pitchFamily="34" charset="-120"/>
              </a:rPr>
              <a:t>Our Services</a:t>
            </a:r>
            <a:endParaRPr lang="en-US" sz="1300" dirty="0"/>
          </a:p>
        </p:txBody>
      </p:sp>
      <p:sp>
        <p:nvSpPr>
          <p:cNvPr id="13" name="Text 11"/>
          <p:cNvSpPr/>
          <p:nvPr/>
        </p:nvSpPr>
        <p:spPr>
          <a:xfrm>
            <a:off x="1538897" y="2172290"/>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Three core service lines</a:t>
            </a:r>
            <a:endParaRPr lang="en-US" sz="900" dirty="0"/>
          </a:p>
        </p:txBody>
      </p:sp>
      <p:sp>
        <p:nvSpPr>
          <p:cNvPr id="14" name="Shape 12"/>
          <p:cNvSpPr/>
          <p:nvPr/>
        </p:nvSpPr>
        <p:spPr>
          <a:xfrm>
            <a:off x="990257" y="2428322"/>
            <a:ext cx="3474720" cy="0"/>
          </a:xfrm>
          <a:prstGeom prst="line">
            <a:avLst/>
          </a:prstGeom>
          <a:noFill/>
          <a:ln w="9525">
            <a:solidFill>
              <a:srgbClr val="D9D9D9"/>
            </a:solidFill>
            <a:prstDash val="solid"/>
          </a:ln>
        </p:spPr>
        <p:txBody>
          <a:bodyPr/>
          <a:lstStyle/>
          <a:p>
            <a:endParaRPr lang="en-US"/>
          </a:p>
        </p:txBody>
      </p:sp>
      <p:sp>
        <p:nvSpPr>
          <p:cNvPr id="15" name="Text 13"/>
          <p:cNvSpPr/>
          <p:nvPr/>
        </p:nvSpPr>
        <p:spPr>
          <a:xfrm>
            <a:off x="990257" y="2492330"/>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03</a:t>
            </a:r>
            <a:endParaRPr lang="en-US" sz="1800" dirty="0"/>
          </a:p>
        </p:txBody>
      </p:sp>
      <p:sp>
        <p:nvSpPr>
          <p:cNvPr id="16" name="Text 14"/>
          <p:cNvSpPr/>
          <p:nvPr/>
        </p:nvSpPr>
        <p:spPr>
          <a:xfrm>
            <a:off x="1538897" y="2492330"/>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ea typeface="Arial" pitchFamily="34" charset="-122"/>
                <a:cs typeface="Arial" pitchFamily="34" charset="-120"/>
              </a:rPr>
              <a:t>Featured Properties</a:t>
            </a:r>
            <a:endParaRPr lang="en-US" sz="1300" dirty="0"/>
          </a:p>
        </p:txBody>
      </p:sp>
      <p:sp>
        <p:nvSpPr>
          <p:cNvPr id="17" name="Text 15"/>
          <p:cNvSpPr/>
          <p:nvPr/>
        </p:nvSpPr>
        <p:spPr>
          <a:xfrm>
            <a:off x="1538897" y="2739218"/>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Class A buildings across South Florida</a:t>
            </a:r>
            <a:endParaRPr lang="en-US" sz="900" dirty="0"/>
          </a:p>
        </p:txBody>
      </p:sp>
      <p:sp>
        <p:nvSpPr>
          <p:cNvPr id="18" name="Shape 16"/>
          <p:cNvSpPr/>
          <p:nvPr/>
        </p:nvSpPr>
        <p:spPr>
          <a:xfrm>
            <a:off x="990257" y="2995250"/>
            <a:ext cx="3474720" cy="0"/>
          </a:xfrm>
          <a:prstGeom prst="line">
            <a:avLst/>
          </a:prstGeom>
          <a:noFill/>
          <a:ln w="9525">
            <a:solidFill>
              <a:srgbClr val="D9D9D9"/>
            </a:solidFill>
            <a:prstDash val="solid"/>
          </a:ln>
        </p:spPr>
        <p:txBody>
          <a:bodyPr/>
          <a:lstStyle/>
          <a:p>
            <a:endParaRPr lang="en-US"/>
          </a:p>
        </p:txBody>
      </p:sp>
      <p:sp>
        <p:nvSpPr>
          <p:cNvPr id="19" name="Text 17"/>
          <p:cNvSpPr/>
          <p:nvPr/>
        </p:nvSpPr>
        <p:spPr>
          <a:xfrm>
            <a:off x="990257" y="3059258"/>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04</a:t>
            </a:r>
            <a:endParaRPr lang="en-US" sz="1800" dirty="0"/>
          </a:p>
        </p:txBody>
      </p:sp>
      <p:sp>
        <p:nvSpPr>
          <p:cNvPr id="20" name="Text 18"/>
          <p:cNvSpPr/>
          <p:nvPr/>
        </p:nvSpPr>
        <p:spPr>
          <a:xfrm>
            <a:off x="1538897" y="3059258"/>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ea typeface="Arial" pitchFamily="34" charset="-122"/>
                <a:cs typeface="Arial" pitchFamily="34" charset="-120"/>
              </a:rPr>
              <a:t>Brand Overview</a:t>
            </a:r>
            <a:endParaRPr lang="en-US" sz="1300" dirty="0"/>
          </a:p>
        </p:txBody>
      </p:sp>
      <p:sp>
        <p:nvSpPr>
          <p:cNvPr id="21" name="Text 19"/>
          <p:cNvSpPr/>
          <p:nvPr/>
        </p:nvSpPr>
        <p:spPr>
          <a:xfrm>
            <a:off x="1538897" y="3306146"/>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What we stand for</a:t>
            </a:r>
            <a:endParaRPr lang="en-US" sz="900" dirty="0"/>
          </a:p>
        </p:txBody>
      </p:sp>
      <p:sp>
        <p:nvSpPr>
          <p:cNvPr id="22" name="Shape 20"/>
          <p:cNvSpPr/>
          <p:nvPr/>
        </p:nvSpPr>
        <p:spPr>
          <a:xfrm>
            <a:off x="990257" y="3562178"/>
            <a:ext cx="3474720" cy="0"/>
          </a:xfrm>
          <a:prstGeom prst="line">
            <a:avLst/>
          </a:prstGeom>
          <a:noFill/>
          <a:ln w="9525">
            <a:solidFill>
              <a:srgbClr val="D9D9D9"/>
            </a:solidFill>
            <a:prstDash val="solid"/>
          </a:ln>
        </p:spPr>
        <p:txBody>
          <a:bodyPr/>
          <a:lstStyle/>
          <a:p>
            <a:endParaRPr lang="en-US"/>
          </a:p>
        </p:txBody>
      </p:sp>
      <p:sp>
        <p:nvSpPr>
          <p:cNvPr id="23" name="Text 21"/>
          <p:cNvSpPr/>
          <p:nvPr/>
        </p:nvSpPr>
        <p:spPr>
          <a:xfrm>
            <a:off x="990257" y="3626186"/>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05</a:t>
            </a:r>
            <a:endParaRPr lang="en-US" sz="1800" dirty="0"/>
          </a:p>
        </p:txBody>
      </p:sp>
      <p:grpSp>
        <p:nvGrpSpPr>
          <p:cNvPr id="47" name="Group 46">
            <a:extLst>
              <a:ext uri="{FF2B5EF4-FFF2-40B4-BE49-F238E27FC236}">
                <a16:creationId xmlns:a16="http://schemas.microsoft.com/office/drawing/2014/main" id="{9BE9171E-3ADD-ED1F-A27B-0B80F488428A}"/>
              </a:ext>
            </a:extLst>
          </p:cNvPr>
          <p:cNvGrpSpPr/>
          <p:nvPr/>
        </p:nvGrpSpPr>
        <p:grpSpPr>
          <a:xfrm>
            <a:off x="1538897" y="3626186"/>
            <a:ext cx="2926080" cy="466344"/>
            <a:chOff x="1545336" y="3986784"/>
            <a:chExt cx="2926080" cy="466344"/>
          </a:xfrm>
        </p:grpSpPr>
        <p:sp>
          <p:nvSpPr>
            <p:cNvPr id="24" name="Text 22"/>
            <p:cNvSpPr/>
            <p:nvPr/>
          </p:nvSpPr>
          <p:spPr>
            <a:xfrm>
              <a:off x="1545336" y="3986784"/>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cs typeface="Arial" pitchFamily="34" charset="-120"/>
                </a:rPr>
                <a:t>Title</a:t>
              </a:r>
              <a:endParaRPr lang="en-US" sz="1300" dirty="0"/>
            </a:p>
          </p:txBody>
        </p:sp>
        <p:sp>
          <p:nvSpPr>
            <p:cNvPr id="25" name="Text 23"/>
            <p:cNvSpPr/>
            <p:nvPr/>
          </p:nvSpPr>
          <p:spPr>
            <a:xfrm>
              <a:off x="1545336" y="4233672"/>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Information</a:t>
              </a:r>
              <a:endParaRPr lang="en-US" sz="900" dirty="0"/>
            </a:p>
          </p:txBody>
        </p:sp>
      </p:grpSp>
      <p:sp>
        <p:nvSpPr>
          <p:cNvPr id="26" name="Shape 24"/>
          <p:cNvSpPr/>
          <p:nvPr/>
        </p:nvSpPr>
        <p:spPr>
          <a:xfrm>
            <a:off x="990257" y="4129106"/>
            <a:ext cx="3474720" cy="0"/>
          </a:xfrm>
          <a:prstGeom prst="line">
            <a:avLst/>
          </a:prstGeom>
          <a:noFill/>
          <a:ln w="9525">
            <a:solidFill>
              <a:srgbClr val="D9D9D9"/>
            </a:solidFill>
            <a:prstDash val="solid"/>
          </a:ln>
        </p:spPr>
        <p:txBody>
          <a:bodyPr/>
          <a:lstStyle/>
          <a:p>
            <a:endParaRPr lang="en-US"/>
          </a:p>
        </p:txBody>
      </p:sp>
      <p:sp>
        <p:nvSpPr>
          <p:cNvPr id="27" name="Text 25"/>
          <p:cNvSpPr/>
          <p:nvPr/>
        </p:nvSpPr>
        <p:spPr>
          <a:xfrm>
            <a:off x="4647857" y="1358474"/>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06</a:t>
            </a:r>
            <a:endParaRPr lang="en-US" sz="1800" dirty="0"/>
          </a:p>
        </p:txBody>
      </p:sp>
      <p:sp>
        <p:nvSpPr>
          <p:cNvPr id="30" name="Shape 28"/>
          <p:cNvSpPr/>
          <p:nvPr/>
        </p:nvSpPr>
        <p:spPr>
          <a:xfrm>
            <a:off x="4647857" y="1861394"/>
            <a:ext cx="3474720" cy="0"/>
          </a:xfrm>
          <a:prstGeom prst="line">
            <a:avLst/>
          </a:prstGeom>
          <a:noFill/>
          <a:ln w="9525">
            <a:solidFill>
              <a:srgbClr val="D9D9D9"/>
            </a:solidFill>
            <a:prstDash val="solid"/>
          </a:ln>
        </p:spPr>
        <p:txBody>
          <a:bodyPr/>
          <a:lstStyle/>
          <a:p>
            <a:endParaRPr lang="en-US"/>
          </a:p>
        </p:txBody>
      </p:sp>
      <p:sp>
        <p:nvSpPr>
          <p:cNvPr id="31" name="Text 29"/>
          <p:cNvSpPr/>
          <p:nvPr/>
        </p:nvSpPr>
        <p:spPr>
          <a:xfrm>
            <a:off x="4647857" y="1925402"/>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07</a:t>
            </a:r>
            <a:endParaRPr lang="en-US" sz="1800" dirty="0"/>
          </a:p>
        </p:txBody>
      </p:sp>
      <p:sp>
        <p:nvSpPr>
          <p:cNvPr id="34" name="Shape 32"/>
          <p:cNvSpPr/>
          <p:nvPr/>
        </p:nvSpPr>
        <p:spPr>
          <a:xfrm>
            <a:off x="4647857" y="2428322"/>
            <a:ext cx="3474720" cy="0"/>
          </a:xfrm>
          <a:prstGeom prst="line">
            <a:avLst/>
          </a:prstGeom>
          <a:noFill/>
          <a:ln w="9525">
            <a:solidFill>
              <a:srgbClr val="D9D9D9"/>
            </a:solidFill>
            <a:prstDash val="solid"/>
          </a:ln>
        </p:spPr>
        <p:txBody>
          <a:bodyPr/>
          <a:lstStyle/>
          <a:p>
            <a:endParaRPr lang="en-US"/>
          </a:p>
        </p:txBody>
      </p:sp>
      <p:sp>
        <p:nvSpPr>
          <p:cNvPr id="35" name="Text 33"/>
          <p:cNvSpPr/>
          <p:nvPr/>
        </p:nvSpPr>
        <p:spPr>
          <a:xfrm>
            <a:off x="4647857" y="2492330"/>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08</a:t>
            </a:r>
            <a:endParaRPr lang="en-US" sz="1800" dirty="0"/>
          </a:p>
        </p:txBody>
      </p:sp>
      <p:sp>
        <p:nvSpPr>
          <p:cNvPr id="38" name="Shape 36"/>
          <p:cNvSpPr/>
          <p:nvPr/>
        </p:nvSpPr>
        <p:spPr>
          <a:xfrm>
            <a:off x="4647857" y="2995250"/>
            <a:ext cx="3474720" cy="0"/>
          </a:xfrm>
          <a:prstGeom prst="line">
            <a:avLst/>
          </a:prstGeom>
          <a:noFill/>
          <a:ln w="9525">
            <a:solidFill>
              <a:srgbClr val="D9D9D9"/>
            </a:solidFill>
            <a:prstDash val="solid"/>
          </a:ln>
        </p:spPr>
        <p:txBody>
          <a:bodyPr/>
          <a:lstStyle/>
          <a:p>
            <a:endParaRPr lang="en-US"/>
          </a:p>
        </p:txBody>
      </p:sp>
      <p:sp>
        <p:nvSpPr>
          <p:cNvPr id="39" name="Text 37"/>
          <p:cNvSpPr/>
          <p:nvPr/>
        </p:nvSpPr>
        <p:spPr>
          <a:xfrm>
            <a:off x="4647857" y="3059258"/>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09</a:t>
            </a:r>
            <a:endParaRPr lang="en-US" sz="1800" dirty="0"/>
          </a:p>
        </p:txBody>
      </p:sp>
      <p:sp>
        <p:nvSpPr>
          <p:cNvPr id="42" name="Shape 40"/>
          <p:cNvSpPr/>
          <p:nvPr/>
        </p:nvSpPr>
        <p:spPr>
          <a:xfrm>
            <a:off x="4647857" y="3562178"/>
            <a:ext cx="3474720" cy="0"/>
          </a:xfrm>
          <a:prstGeom prst="line">
            <a:avLst/>
          </a:prstGeom>
          <a:noFill/>
          <a:ln w="9525">
            <a:solidFill>
              <a:srgbClr val="D9D9D9"/>
            </a:solidFill>
            <a:prstDash val="solid"/>
          </a:ln>
        </p:spPr>
        <p:txBody>
          <a:bodyPr/>
          <a:lstStyle/>
          <a:p>
            <a:endParaRPr lang="en-US"/>
          </a:p>
        </p:txBody>
      </p:sp>
      <p:sp>
        <p:nvSpPr>
          <p:cNvPr id="43" name="Text 41"/>
          <p:cNvSpPr/>
          <p:nvPr/>
        </p:nvSpPr>
        <p:spPr>
          <a:xfrm>
            <a:off x="4647857" y="3626186"/>
            <a:ext cx="502920" cy="457200"/>
          </a:xfrm>
          <a:prstGeom prst="rect">
            <a:avLst/>
          </a:prstGeom>
          <a:noFill/>
          <a:ln/>
        </p:spPr>
        <p:txBody>
          <a:bodyPr wrap="square" rtlCol="0" anchor="ctr"/>
          <a:lstStyle/>
          <a:p>
            <a:pPr marL="0" indent="0">
              <a:buNone/>
            </a:pPr>
            <a:r>
              <a:rPr lang="en-US" sz="1800" b="1" dirty="0">
                <a:solidFill>
                  <a:srgbClr val="C6922E"/>
                </a:solidFill>
                <a:latin typeface="Arial" pitchFamily="34" charset="0"/>
                <a:ea typeface="Arial" pitchFamily="34" charset="-122"/>
                <a:cs typeface="Arial" pitchFamily="34" charset="-120"/>
              </a:rPr>
              <a:t>10</a:t>
            </a:r>
            <a:endParaRPr lang="en-US" sz="1800" dirty="0"/>
          </a:p>
        </p:txBody>
      </p:sp>
      <p:sp>
        <p:nvSpPr>
          <p:cNvPr id="44" name="Text 42"/>
          <p:cNvSpPr/>
          <p:nvPr/>
        </p:nvSpPr>
        <p:spPr>
          <a:xfrm>
            <a:off x="5196497" y="3626186"/>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ea typeface="Arial" pitchFamily="34" charset="-122"/>
                <a:cs typeface="Arial" pitchFamily="34" charset="-120"/>
              </a:rPr>
              <a:t>CASE STUDIES</a:t>
            </a:r>
            <a:endParaRPr lang="en-US" sz="1300" dirty="0"/>
          </a:p>
        </p:txBody>
      </p:sp>
      <p:sp>
        <p:nvSpPr>
          <p:cNvPr id="45" name="Text 43"/>
          <p:cNvSpPr/>
          <p:nvPr/>
        </p:nvSpPr>
        <p:spPr>
          <a:xfrm>
            <a:off x="5196497" y="3873074"/>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Reach the team</a:t>
            </a:r>
            <a:endParaRPr lang="en-US" sz="900" dirty="0"/>
          </a:p>
        </p:txBody>
      </p:sp>
      <p:sp>
        <p:nvSpPr>
          <p:cNvPr id="46" name="Shape 44"/>
          <p:cNvSpPr/>
          <p:nvPr/>
        </p:nvSpPr>
        <p:spPr>
          <a:xfrm>
            <a:off x="4647857" y="4129106"/>
            <a:ext cx="3474720" cy="0"/>
          </a:xfrm>
          <a:prstGeom prst="line">
            <a:avLst/>
          </a:prstGeom>
          <a:noFill/>
          <a:ln w="9525">
            <a:solidFill>
              <a:srgbClr val="D9D9D9"/>
            </a:solidFill>
            <a:prstDash val="solid"/>
          </a:ln>
        </p:spPr>
        <p:txBody>
          <a:bodyPr/>
          <a:lstStyle/>
          <a:p>
            <a:endParaRPr lang="en-US"/>
          </a:p>
        </p:txBody>
      </p:sp>
      <p:grpSp>
        <p:nvGrpSpPr>
          <p:cNvPr id="48" name="Group 47">
            <a:extLst>
              <a:ext uri="{FF2B5EF4-FFF2-40B4-BE49-F238E27FC236}">
                <a16:creationId xmlns:a16="http://schemas.microsoft.com/office/drawing/2014/main" id="{3381BE24-FB1A-6146-C043-BB0BE190BAC9}"/>
              </a:ext>
            </a:extLst>
          </p:cNvPr>
          <p:cNvGrpSpPr/>
          <p:nvPr/>
        </p:nvGrpSpPr>
        <p:grpSpPr>
          <a:xfrm>
            <a:off x="5150777" y="1372190"/>
            <a:ext cx="2926080" cy="466344"/>
            <a:chOff x="1545336" y="3986784"/>
            <a:chExt cx="2926080" cy="466344"/>
          </a:xfrm>
        </p:grpSpPr>
        <p:sp>
          <p:nvSpPr>
            <p:cNvPr id="49" name="Text 22">
              <a:extLst>
                <a:ext uri="{FF2B5EF4-FFF2-40B4-BE49-F238E27FC236}">
                  <a16:creationId xmlns:a16="http://schemas.microsoft.com/office/drawing/2014/main" id="{5B016E8A-A693-BC64-94C8-E46B10710E57}"/>
                </a:ext>
              </a:extLst>
            </p:cNvPr>
            <p:cNvSpPr/>
            <p:nvPr/>
          </p:nvSpPr>
          <p:spPr>
            <a:xfrm>
              <a:off x="1545336" y="3986784"/>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cs typeface="Arial" pitchFamily="34" charset="-120"/>
                </a:rPr>
                <a:t>Title</a:t>
              </a:r>
              <a:endParaRPr lang="en-US" sz="1300" dirty="0"/>
            </a:p>
          </p:txBody>
        </p:sp>
        <p:sp>
          <p:nvSpPr>
            <p:cNvPr id="50" name="Text 23">
              <a:extLst>
                <a:ext uri="{FF2B5EF4-FFF2-40B4-BE49-F238E27FC236}">
                  <a16:creationId xmlns:a16="http://schemas.microsoft.com/office/drawing/2014/main" id="{0BCDDFAD-DC78-379C-6C53-86463E7FA5F7}"/>
                </a:ext>
              </a:extLst>
            </p:cNvPr>
            <p:cNvSpPr/>
            <p:nvPr/>
          </p:nvSpPr>
          <p:spPr>
            <a:xfrm>
              <a:off x="1545336" y="4233672"/>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Information</a:t>
              </a:r>
              <a:endParaRPr lang="en-US" sz="900" dirty="0"/>
            </a:p>
          </p:txBody>
        </p:sp>
      </p:grpSp>
      <p:grpSp>
        <p:nvGrpSpPr>
          <p:cNvPr id="51" name="Group 50">
            <a:extLst>
              <a:ext uri="{FF2B5EF4-FFF2-40B4-BE49-F238E27FC236}">
                <a16:creationId xmlns:a16="http://schemas.microsoft.com/office/drawing/2014/main" id="{E9193894-99E7-DC94-DB13-AF4853D4ACC1}"/>
              </a:ext>
            </a:extLst>
          </p:cNvPr>
          <p:cNvGrpSpPr/>
          <p:nvPr/>
        </p:nvGrpSpPr>
        <p:grpSpPr>
          <a:xfrm>
            <a:off x="5196497" y="1916258"/>
            <a:ext cx="2926080" cy="466344"/>
            <a:chOff x="1545336" y="3986784"/>
            <a:chExt cx="2926080" cy="466344"/>
          </a:xfrm>
        </p:grpSpPr>
        <p:sp>
          <p:nvSpPr>
            <p:cNvPr id="52" name="Text 22">
              <a:extLst>
                <a:ext uri="{FF2B5EF4-FFF2-40B4-BE49-F238E27FC236}">
                  <a16:creationId xmlns:a16="http://schemas.microsoft.com/office/drawing/2014/main" id="{F66B4B05-71B8-D6AC-053D-D44BD9E35AD9}"/>
                </a:ext>
              </a:extLst>
            </p:cNvPr>
            <p:cNvSpPr/>
            <p:nvPr/>
          </p:nvSpPr>
          <p:spPr>
            <a:xfrm>
              <a:off x="1545336" y="3986784"/>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cs typeface="Arial" pitchFamily="34" charset="-120"/>
                </a:rPr>
                <a:t>Title</a:t>
              </a:r>
              <a:endParaRPr lang="en-US" sz="1300" dirty="0"/>
            </a:p>
          </p:txBody>
        </p:sp>
        <p:sp>
          <p:nvSpPr>
            <p:cNvPr id="53" name="Text 23">
              <a:extLst>
                <a:ext uri="{FF2B5EF4-FFF2-40B4-BE49-F238E27FC236}">
                  <a16:creationId xmlns:a16="http://schemas.microsoft.com/office/drawing/2014/main" id="{35EA150F-FCDE-F17B-03AB-0618430E0C6E}"/>
                </a:ext>
              </a:extLst>
            </p:cNvPr>
            <p:cNvSpPr/>
            <p:nvPr/>
          </p:nvSpPr>
          <p:spPr>
            <a:xfrm>
              <a:off x="1545336" y="4233672"/>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Information</a:t>
              </a:r>
              <a:endParaRPr lang="en-US" sz="900" dirty="0"/>
            </a:p>
          </p:txBody>
        </p:sp>
      </p:grpSp>
      <p:grpSp>
        <p:nvGrpSpPr>
          <p:cNvPr id="54" name="Group 53">
            <a:extLst>
              <a:ext uri="{FF2B5EF4-FFF2-40B4-BE49-F238E27FC236}">
                <a16:creationId xmlns:a16="http://schemas.microsoft.com/office/drawing/2014/main" id="{920FE0C0-AC60-6604-71B9-E96FBA96B301}"/>
              </a:ext>
            </a:extLst>
          </p:cNvPr>
          <p:cNvGrpSpPr/>
          <p:nvPr/>
        </p:nvGrpSpPr>
        <p:grpSpPr>
          <a:xfrm>
            <a:off x="5204739" y="2484217"/>
            <a:ext cx="2926080" cy="466344"/>
            <a:chOff x="1545336" y="3986784"/>
            <a:chExt cx="2926080" cy="466344"/>
          </a:xfrm>
        </p:grpSpPr>
        <p:sp>
          <p:nvSpPr>
            <p:cNvPr id="55" name="Text 22">
              <a:extLst>
                <a:ext uri="{FF2B5EF4-FFF2-40B4-BE49-F238E27FC236}">
                  <a16:creationId xmlns:a16="http://schemas.microsoft.com/office/drawing/2014/main" id="{1751A041-C26B-CAFE-AAD1-BB2B05620658}"/>
                </a:ext>
              </a:extLst>
            </p:cNvPr>
            <p:cNvSpPr/>
            <p:nvPr/>
          </p:nvSpPr>
          <p:spPr>
            <a:xfrm>
              <a:off x="1545336" y="3986784"/>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cs typeface="Arial" pitchFamily="34" charset="-120"/>
                </a:rPr>
                <a:t>Title</a:t>
              </a:r>
              <a:endParaRPr lang="en-US" sz="1300" dirty="0"/>
            </a:p>
          </p:txBody>
        </p:sp>
        <p:sp>
          <p:nvSpPr>
            <p:cNvPr id="56" name="Text 23">
              <a:extLst>
                <a:ext uri="{FF2B5EF4-FFF2-40B4-BE49-F238E27FC236}">
                  <a16:creationId xmlns:a16="http://schemas.microsoft.com/office/drawing/2014/main" id="{43637323-6DA2-ABB8-B736-8AD453C0E887}"/>
                </a:ext>
              </a:extLst>
            </p:cNvPr>
            <p:cNvSpPr/>
            <p:nvPr/>
          </p:nvSpPr>
          <p:spPr>
            <a:xfrm>
              <a:off x="1545336" y="4233672"/>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Information</a:t>
              </a:r>
              <a:endParaRPr lang="en-US" sz="900" dirty="0"/>
            </a:p>
          </p:txBody>
        </p:sp>
      </p:grpSp>
      <p:grpSp>
        <p:nvGrpSpPr>
          <p:cNvPr id="57" name="Group 56">
            <a:extLst>
              <a:ext uri="{FF2B5EF4-FFF2-40B4-BE49-F238E27FC236}">
                <a16:creationId xmlns:a16="http://schemas.microsoft.com/office/drawing/2014/main" id="{40482CC9-45C6-D1AF-1F51-287783823705}"/>
              </a:ext>
            </a:extLst>
          </p:cNvPr>
          <p:cNvGrpSpPr/>
          <p:nvPr/>
        </p:nvGrpSpPr>
        <p:grpSpPr>
          <a:xfrm>
            <a:off x="5226504" y="3058528"/>
            <a:ext cx="2926080" cy="466344"/>
            <a:chOff x="1545336" y="3986784"/>
            <a:chExt cx="2926080" cy="466344"/>
          </a:xfrm>
        </p:grpSpPr>
        <p:sp>
          <p:nvSpPr>
            <p:cNvPr id="58" name="Text 22">
              <a:extLst>
                <a:ext uri="{FF2B5EF4-FFF2-40B4-BE49-F238E27FC236}">
                  <a16:creationId xmlns:a16="http://schemas.microsoft.com/office/drawing/2014/main" id="{783B7783-D573-A80A-BC52-E248D93F9139}"/>
                </a:ext>
              </a:extLst>
            </p:cNvPr>
            <p:cNvSpPr/>
            <p:nvPr/>
          </p:nvSpPr>
          <p:spPr>
            <a:xfrm>
              <a:off x="1545336" y="3986784"/>
              <a:ext cx="2926080" cy="256032"/>
            </a:xfrm>
            <a:prstGeom prst="rect">
              <a:avLst/>
            </a:prstGeom>
            <a:noFill/>
            <a:ln/>
          </p:spPr>
          <p:txBody>
            <a:bodyPr wrap="square" rtlCol="0" anchor="ctr"/>
            <a:lstStyle/>
            <a:p>
              <a:pPr marL="0" indent="0">
                <a:buNone/>
              </a:pPr>
              <a:r>
                <a:rPr lang="en-US" sz="1300" b="1" dirty="0">
                  <a:solidFill>
                    <a:srgbClr val="2B2B2B"/>
                  </a:solidFill>
                  <a:latin typeface="Arial" pitchFamily="34" charset="0"/>
                  <a:cs typeface="Arial" pitchFamily="34" charset="-120"/>
                </a:rPr>
                <a:t>APPENDIX</a:t>
              </a:r>
              <a:endParaRPr lang="en-US" sz="1300" dirty="0"/>
            </a:p>
          </p:txBody>
        </p:sp>
        <p:sp>
          <p:nvSpPr>
            <p:cNvPr id="59" name="Text 23">
              <a:extLst>
                <a:ext uri="{FF2B5EF4-FFF2-40B4-BE49-F238E27FC236}">
                  <a16:creationId xmlns:a16="http://schemas.microsoft.com/office/drawing/2014/main" id="{6C227D2B-67CB-FC08-8A33-D803F39B62EC}"/>
                </a:ext>
              </a:extLst>
            </p:cNvPr>
            <p:cNvSpPr/>
            <p:nvPr/>
          </p:nvSpPr>
          <p:spPr>
            <a:xfrm>
              <a:off x="1545336" y="4233672"/>
              <a:ext cx="2926080" cy="219456"/>
            </a:xfrm>
            <a:prstGeom prst="rect">
              <a:avLst/>
            </a:prstGeom>
            <a:noFill/>
            <a:ln/>
          </p:spPr>
          <p:txBody>
            <a:bodyPr wrap="square" rtlCol="0" anchor="ctr"/>
            <a:lstStyle/>
            <a:p>
              <a:pPr marL="0" indent="0">
                <a:buNone/>
              </a:pPr>
              <a:r>
                <a:rPr lang="en-US" sz="900" dirty="0">
                  <a:solidFill>
                    <a:srgbClr val="7A7A7A"/>
                  </a:solidFill>
                  <a:latin typeface="Arial" pitchFamily="34" charset="0"/>
                  <a:ea typeface="Arial" pitchFamily="34" charset="-122"/>
                  <a:cs typeface="Arial" pitchFamily="34" charset="-120"/>
                </a:rPr>
                <a:t>Information</a:t>
              </a:r>
              <a:endParaRPr lang="en-US" sz="9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rot="16200000">
            <a:off x="598932" y="2329434"/>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COMPANY</a:t>
            </a:r>
            <a:endParaRPr lang="en-US" sz="1300" dirty="0"/>
          </a:p>
        </p:txBody>
      </p:sp>
      <p:sp>
        <p:nvSpPr>
          <p:cNvPr id="5" name="Text 3"/>
          <p:cNvSpPr/>
          <p:nvPr/>
        </p:nvSpPr>
        <p:spPr>
          <a:xfrm>
            <a:off x="1019556" y="388620"/>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01 — The Company</a:t>
            </a:r>
            <a:endParaRPr lang="en-US" sz="1100" dirty="0"/>
          </a:p>
        </p:txBody>
      </p:sp>
      <p:sp>
        <p:nvSpPr>
          <p:cNvPr id="6" name="Text 4"/>
          <p:cNvSpPr/>
          <p:nvPr/>
        </p:nvSpPr>
        <p:spPr>
          <a:xfrm>
            <a:off x="1019556" y="708660"/>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ea typeface="Arial" pitchFamily="34" charset="-122"/>
                <a:cs typeface="Arial" pitchFamily="34" charset="-120"/>
              </a:rPr>
              <a:t>Welcome to Patton</a:t>
            </a:r>
            <a:endParaRPr lang="en-US" sz="2800" dirty="0"/>
          </a:p>
        </p:txBody>
      </p:sp>
      <p:sp>
        <p:nvSpPr>
          <p:cNvPr id="7" name="Text 5"/>
          <p:cNvSpPr/>
          <p:nvPr/>
        </p:nvSpPr>
        <p:spPr>
          <a:xfrm>
            <a:off x="1019556" y="1348740"/>
            <a:ext cx="6858000" cy="320040"/>
          </a:xfrm>
          <a:prstGeom prst="rect">
            <a:avLst/>
          </a:prstGeom>
          <a:noFill/>
          <a:ln/>
        </p:spPr>
        <p:txBody>
          <a:bodyPr wrap="square" rtlCol="0" anchor="ctr"/>
          <a:lstStyle/>
          <a:p>
            <a:pPr marL="0" indent="0">
              <a:buNone/>
            </a:pPr>
            <a:r>
              <a:rPr lang="en-US" sz="1300" i="1" dirty="0">
                <a:solidFill>
                  <a:srgbClr val="C6922E"/>
                </a:solidFill>
                <a:latin typeface="Arial" pitchFamily="34" charset="0"/>
                <a:ea typeface="Arial" pitchFamily="34" charset="-122"/>
                <a:cs typeface="Arial" pitchFamily="34" charset="-120"/>
              </a:rPr>
              <a:t>30 Years of Innovation in Miami Real Estate</a:t>
            </a:r>
            <a:endParaRPr lang="en-US" sz="1300" dirty="0"/>
          </a:p>
        </p:txBody>
      </p:sp>
      <p:sp>
        <p:nvSpPr>
          <p:cNvPr id="8" name="Text 6"/>
          <p:cNvSpPr/>
          <p:nvPr/>
        </p:nvSpPr>
        <p:spPr>
          <a:xfrm>
            <a:off x="1019556" y="1851660"/>
            <a:ext cx="4023360" cy="1828800"/>
          </a:xfrm>
          <a:prstGeom prst="rect">
            <a:avLst/>
          </a:prstGeom>
          <a:noFill/>
          <a:ln/>
        </p:spPr>
        <p:txBody>
          <a:bodyPr wrap="square" rtlCol="0" anchor="ctr"/>
          <a:lstStyle/>
          <a:p>
            <a:pPr marL="0" indent="0">
              <a:buNone/>
            </a:pPr>
            <a:r>
              <a:rPr lang="en-US" sz="1100" dirty="0">
                <a:solidFill>
                  <a:srgbClr val="2B2B2B"/>
                </a:solidFill>
                <a:latin typeface="Arial" pitchFamily="34" charset="0"/>
                <a:ea typeface="Arial" pitchFamily="34" charset="-122"/>
                <a:cs typeface="Arial" pitchFamily="34" charset="-120"/>
              </a:rPr>
              <a:t>Patton is a Miami-based real estate firm deeply rooted in South Florida and driven by an entrepreneurial spirit. We specialize in Brokerage, Development Projects, and Property Management — partnering closely with our clients to lease, invest in, and develop Class A, value-add, and opportunistic assets.</a:t>
            </a:r>
            <a:endParaRPr lang="en-US" sz="1100" dirty="0"/>
          </a:p>
        </p:txBody>
      </p:sp>
      <p:sp>
        <p:nvSpPr>
          <p:cNvPr id="9" name="Text 7"/>
          <p:cNvSpPr/>
          <p:nvPr/>
        </p:nvSpPr>
        <p:spPr>
          <a:xfrm>
            <a:off x="1019556" y="3680460"/>
            <a:ext cx="4023360" cy="548640"/>
          </a:xfrm>
          <a:prstGeom prst="rect">
            <a:avLst/>
          </a:prstGeom>
          <a:noFill/>
          <a:ln/>
        </p:spPr>
        <p:txBody>
          <a:bodyPr wrap="square" rtlCol="0" anchor="ctr"/>
          <a:lstStyle/>
          <a:p>
            <a:pPr marL="0" indent="0">
              <a:buNone/>
            </a:pPr>
            <a:r>
              <a:rPr lang="en-US" sz="1100" b="1" dirty="0">
                <a:solidFill>
                  <a:srgbClr val="2B2B2B"/>
                </a:solidFill>
                <a:latin typeface="Arial" pitchFamily="34" charset="0"/>
                <a:ea typeface="Arial" pitchFamily="34" charset="-122"/>
                <a:cs typeface="Arial" pitchFamily="34" charset="-120"/>
              </a:rPr>
              <a:t>This comprehensive approach delivers what we proudly call the Patton Real Estate Experience.</a:t>
            </a:r>
            <a:endParaRPr lang="en-US" sz="1100" dirty="0"/>
          </a:p>
        </p:txBody>
      </p:sp>
      <p:sp>
        <p:nvSpPr>
          <p:cNvPr id="10" name="Shape 8"/>
          <p:cNvSpPr/>
          <p:nvPr/>
        </p:nvSpPr>
        <p:spPr>
          <a:xfrm>
            <a:off x="5225796" y="1851660"/>
            <a:ext cx="2651760" cy="2651760"/>
          </a:xfrm>
          <a:prstGeom prst="rect">
            <a:avLst/>
          </a:prstGeom>
          <a:solidFill>
            <a:srgbClr val="1A1A1A"/>
          </a:solidFill>
          <a:ln w="12700">
            <a:solidFill>
              <a:srgbClr val="1A1A1A"/>
            </a:solidFill>
            <a:prstDash val="solid"/>
          </a:ln>
        </p:spPr>
        <p:txBody>
          <a:bodyPr/>
          <a:lstStyle/>
          <a:p>
            <a:endParaRPr lang="en-US"/>
          </a:p>
        </p:txBody>
      </p:sp>
      <p:sp>
        <p:nvSpPr>
          <p:cNvPr id="11" name="Shape 9"/>
          <p:cNvSpPr/>
          <p:nvPr/>
        </p:nvSpPr>
        <p:spPr>
          <a:xfrm>
            <a:off x="5225796" y="1851660"/>
            <a:ext cx="2651760" cy="73152"/>
          </a:xfrm>
          <a:prstGeom prst="rect">
            <a:avLst/>
          </a:prstGeom>
          <a:solidFill>
            <a:srgbClr val="C6922E"/>
          </a:solidFill>
          <a:ln w="12700">
            <a:solidFill>
              <a:srgbClr val="C6922E"/>
            </a:solidFill>
            <a:prstDash val="solid"/>
          </a:ln>
        </p:spPr>
        <p:txBody>
          <a:bodyPr/>
          <a:lstStyle/>
          <a:p>
            <a:endParaRPr lang="en-US"/>
          </a:p>
        </p:txBody>
      </p:sp>
      <p:sp>
        <p:nvSpPr>
          <p:cNvPr id="12" name="Text 10"/>
          <p:cNvSpPr/>
          <p:nvPr/>
        </p:nvSpPr>
        <p:spPr>
          <a:xfrm>
            <a:off x="5362956" y="1943100"/>
            <a:ext cx="457200" cy="457200"/>
          </a:xfrm>
          <a:prstGeom prst="rect">
            <a:avLst/>
          </a:prstGeom>
          <a:noFill/>
          <a:ln/>
        </p:spPr>
        <p:txBody>
          <a:bodyPr wrap="square" rtlCol="0" anchor="ctr"/>
          <a:lstStyle/>
          <a:p>
            <a:pPr marL="0" indent="0">
              <a:buNone/>
            </a:pPr>
            <a:r>
              <a:rPr lang="en-US" sz="4000" b="1" dirty="0">
                <a:solidFill>
                  <a:srgbClr val="EFD27A"/>
                </a:solidFill>
                <a:latin typeface="Georgia" pitchFamily="34" charset="0"/>
                <a:ea typeface="Georgia" pitchFamily="34" charset="-122"/>
                <a:cs typeface="Georgia" pitchFamily="34" charset="-120"/>
              </a:rPr>
              <a:t>“</a:t>
            </a:r>
            <a:endParaRPr lang="en-US" sz="4000" dirty="0"/>
          </a:p>
        </p:txBody>
      </p:sp>
      <p:sp>
        <p:nvSpPr>
          <p:cNvPr id="13" name="Text 11"/>
          <p:cNvSpPr/>
          <p:nvPr/>
        </p:nvSpPr>
        <p:spPr>
          <a:xfrm>
            <a:off x="5408676" y="2446020"/>
            <a:ext cx="2331720" cy="1371600"/>
          </a:xfrm>
          <a:prstGeom prst="rect">
            <a:avLst/>
          </a:prstGeom>
          <a:noFill/>
          <a:ln/>
        </p:spPr>
        <p:txBody>
          <a:bodyPr wrap="square" rtlCol="0" anchor="ctr"/>
          <a:lstStyle/>
          <a:p>
            <a:pPr marL="0" indent="0">
              <a:buNone/>
            </a:pPr>
            <a:r>
              <a:rPr lang="en-US" sz="1000" i="1" dirty="0">
                <a:solidFill>
                  <a:srgbClr val="FFFFFF"/>
                </a:solidFill>
                <a:latin typeface="Arial" pitchFamily="34" charset="0"/>
                <a:ea typeface="Arial" pitchFamily="34" charset="-122"/>
                <a:cs typeface="Arial" pitchFamily="34" charset="-120"/>
              </a:rPr>
              <a:t>Now in our third decade of Miami real estate, we appreciate our clients, partners, and investors more than ever. Patton remains committed to representing them with the same care, creativity, and conviction that have defined this firm from day one.</a:t>
            </a:r>
            <a:endParaRPr lang="en-US" sz="1000" dirty="0"/>
          </a:p>
        </p:txBody>
      </p:sp>
      <p:sp>
        <p:nvSpPr>
          <p:cNvPr id="14" name="Shape 12"/>
          <p:cNvSpPr/>
          <p:nvPr/>
        </p:nvSpPr>
        <p:spPr>
          <a:xfrm>
            <a:off x="5408676" y="3909060"/>
            <a:ext cx="365760" cy="0"/>
          </a:xfrm>
          <a:prstGeom prst="line">
            <a:avLst/>
          </a:prstGeom>
          <a:noFill/>
          <a:ln w="19050">
            <a:solidFill>
              <a:srgbClr val="C6922E"/>
            </a:solidFill>
            <a:prstDash val="solid"/>
          </a:ln>
        </p:spPr>
        <p:txBody>
          <a:bodyPr/>
          <a:lstStyle/>
          <a:p>
            <a:endParaRPr lang="en-US"/>
          </a:p>
        </p:txBody>
      </p:sp>
      <p:sp>
        <p:nvSpPr>
          <p:cNvPr id="15" name="Text 13"/>
          <p:cNvSpPr/>
          <p:nvPr/>
        </p:nvSpPr>
        <p:spPr>
          <a:xfrm>
            <a:off x="5408676" y="4000500"/>
            <a:ext cx="2331720" cy="228600"/>
          </a:xfrm>
          <a:prstGeom prst="rect">
            <a:avLst/>
          </a:prstGeom>
          <a:noFill/>
          <a:ln/>
        </p:spPr>
        <p:txBody>
          <a:bodyPr wrap="square" rtlCol="0" anchor="ctr"/>
          <a:lstStyle/>
          <a:p>
            <a:pPr marL="0" indent="0">
              <a:buNone/>
            </a:pPr>
            <a:r>
              <a:rPr lang="en-US" sz="900" b="1" kern="0" spc="300" dirty="0">
                <a:solidFill>
                  <a:srgbClr val="FFFFFF"/>
                </a:solidFill>
                <a:latin typeface="Arial" pitchFamily="34" charset="0"/>
                <a:ea typeface="Arial" pitchFamily="34" charset="-122"/>
                <a:cs typeface="Arial" pitchFamily="34" charset="-120"/>
              </a:rPr>
              <a:t>WILLIAM H. HOLLY</a:t>
            </a:r>
            <a:endParaRPr lang="en-US" sz="900" dirty="0"/>
          </a:p>
        </p:txBody>
      </p:sp>
      <p:sp>
        <p:nvSpPr>
          <p:cNvPr id="16" name="Text 14"/>
          <p:cNvSpPr/>
          <p:nvPr/>
        </p:nvSpPr>
        <p:spPr>
          <a:xfrm>
            <a:off x="5408676" y="4229100"/>
            <a:ext cx="2331720" cy="201168"/>
          </a:xfrm>
          <a:prstGeom prst="rect">
            <a:avLst/>
          </a:prstGeom>
          <a:noFill/>
          <a:ln/>
        </p:spPr>
        <p:txBody>
          <a:bodyPr wrap="square" rtlCol="0" anchor="ctr"/>
          <a:lstStyle/>
          <a:p>
            <a:pPr marL="0" indent="0">
              <a:buNone/>
            </a:pPr>
            <a:r>
              <a:rPr lang="en-US" sz="900" dirty="0">
                <a:solidFill>
                  <a:srgbClr val="EFD27A"/>
                </a:solidFill>
                <a:latin typeface="Arial" pitchFamily="34" charset="0"/>
                <a:ea typeface="Arial" pitchFamily="34" charset="-122"/>
                <a:cs typeface="Arial" pitchFamily="34" charset="-120"/>
              </a:rPr>
              <a:t>Founder &amp; President</a:t>
            </a:r>
            <a:endParaRPr lang="en-US" sz="900" dirty="0"/>
          </a:p>
        </p:txBody>
      </p:sp>
      <p:grpSp>
        <p:nvGrpSpPr>
          <p:cNvPr id="21" name="Group 20">
            <a:extLst>
              <a:ext uri="{FF2B5EF4-FFF2-40B4-BE49-F238E27FC236}">
                <a16:creationId xmlns:a16="http://schemas.microsoft.com/office/drawing/2014/main" id="{9BD36A9B-2111-E026-541D-F2BE3C14EE37}"/>
              </a:ext>
            </a:extLst>
          </p:cNvPr>
          <p:cNvGrpSpPr/>
          <p:nvPr/>
        </p:nvGrpSpPr>
        <p:grpSpPr>
          <a:xfrm>
            <a:off x="0" y="0"/>
            <a:ext cx="502920" cy="5143500"/>
            <a:chOff x="0" y="0"/>
            <a:chExt cx="502920" cy="5143500"/>
          </a:xfrm>
        </p:grpSpPr>
        <p:sp>
          <p:nvSpPr>
            <p:cNvPr id="19" name="Shape 0">
              <a:extLst>
                <a:ext uri="{FF2B5EF4-FFF2-40B4-BE49-F238E27FC236}">
                  <a16:creationId xmlns:a16="http://schemas.microsoft.com/office/drawing/2014/main" id="{F120A6C8-6018-30DC-A685-00B402C8E561}"/>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20" name="Shape 1">
              <a:extLst>
                <a:ext uri="{FF2B5EF4-FFF2-40B4-BE49-F238E27FC236}">
                  <a16:creationId xmlns:a16="http://schemas.microsoft.com/office/drawing/2014/main" id="{DBD47288-94AE-4544-B1F2-9292270E207E}"/>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
        <p:nvSpPr>
          <p:cNvPr id="22" name="Text 2">
            <a:extLst>
              <a:ext uri="{FF2B5EF4-FFF2-40B4-BE49-F238E27FC236}">
                <a16:creationId xmlns:a16="http://schemas.microsoft.com/office/drawing/2014/main" id="{0797CA13-079E-B1C0-4C0D-5D6FD912B29F}"/>
              </a:ext>
            </a:extLst>
          </p:cNvPr>
          <p:cNvSpPr/>
          <p:nvPr/>
        </p:nvSpPr>
        <p:spPr>
          <a:xfrm rot="16200000">
            <a:off x="-1303020" y="2340864"/>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WELCOME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1097280" y="457200"/>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02 — Our Services</a:t>
            </a:r>
            <a:endParaRPr lang="en-US" sz="1100" dirty="0"/>
          </a:p>
        </p:txBody>
      </p:sp>
      <p:sp>
        <p:nvSpPr>
          <p:cNvPr id="6" name="Text 4"/>
          <p:cNvSpPr/>
          <p:nvPr/>
        </p:nvSpPr>
        <p:spPr>
          <a:xfrm>
            <a:off x="1097280" y="777240"/>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ea typeface="Arial" pitchFamily="34" charset="-122"/>
                <a:cs typeface="Arial" pitchFamily="34" charset="-120"/>
              </a:rPr>
              <a:t>Three Core Service Lines</a:t>
            </a:r>
            <a:endParaRPr lang="en-US" sz="2800" dirty="0"/>
          </a:p>
        </p:txBody>
      </p:sp>
      <p:sp>
        <p:nvSpPr>
          <p:cNvPr id="7" name="Text 5"/>
          <p:cNvSpPr/>
          <p:nvPr/>
        </p:nvSpPr>
        <p:spPr>
          <a:xfrm>
            <a:off x="1097280" y="1417320"/>
            <a:ext cx="6858000" cy="320040"/>
          </a:xfrm>
          <a:prstGeom prst="rect">
            <a:avLst/>
          </a:prstGeom>
          <a:noFill/>
          <a:ln/>
        </p:spPr>
        <p:txBody>
          <a:bodyPr wrap="square" rtlCol="0" anchor="ctr"/>
          <a:lstStyle/>
          <a:p>
            <a:pPr marL="0" indent="0">
              <a:buNone/>
            </a:pPr>
            <a:r>
              <a:rPr lang="en-US" sz="1100" i="1" dirty="0">
                <a:solidFill>
                  <a:srgbClr val="7A7A7A"/>
                </a:solidFill>
                <a:latin typeface="Arial" pitchFamily="34" charset="0"/>
                <a:ea typeface="Arial" pitchFamily="34" charset="-122"/>
                <a:cs typeface="Arial" pitchFamily="34" charset="-120"/>
              </a:rPr>
              <a:t>A holistic perspective on every real estate transaction — from leasing to long-term asset management.</a:t>
            </a:r>
            <a:endParaRPr lang="en-US" sz="1100" dirty="0"/>
          </a:p>
        </p:txBody>
      </p:sp>
      <p:sp>
        <p:nvSpPr>
          <p:cNvPr id="8" name="Text 6"/>
          <p:cNvSpPr/>
          <p:nvPr/>
        </p:nvSpPr>
        <p:spPr>
          <a:xfrm>
            <a:off x="1097280" y="2057400"/>
            <a:ext cx="640080" cy="640080"/>
          </a:xfrm>
          <a:prstGeom prst="rect">
            <a:avLst/>
          </a:prstGeom>
          <a:noFill/>
          <a:ln/>
        </p:spPr>
        <p:txBody>
          <a:bodyPr wrap="square" rtlCol="0" anchor="ctr"/>
          <a:lstStyle/>
          <a:p>
            <a:pPr marL="0" indent="0">
              <a:buNone/>
            </a:pPr>
            <a:r>
              <a:rPr lang="en-US" sz="3000" b="1" dirty="0">
                <a:solidFill>
                  <a:srgbClr val="C6922E"/>
                </a:solidFill>
                <a:latin typeface="Arial" pitchFamily="34" charset="0"/>
                <a:ea typeface="Arial" pitchFamily="34" charset="-122"/>
                <a:cs typeface="Arial" pitchFamily="34" charset="-120"/>
              </a:rPr>
              <a:t>01</a:t>
            </a:r>
            <a:endParaRPr lang="en-US" sz="3000" dirty="0"/>
          </a:p>
        </p:txBody>
      </p:sp>
      <p:sp>
        <p:nvSpPr>
          <p:cNvPr id="9" name="Text 7"/>
          <p:cNvSpPr/>
          <p:nvPr/>
        </p:nvSpPr>
        <p:spPr>
          <a:xfrm>
            <a:off x="1874520" y="2103120"/>
            <a:ext cx="3200400" cy="320040"/>
          </a:xfrm>
          <a:prstGeom prst="rect">
            <a:avLst/>
          </a:prstGeom>
          <a:noFill/>
          <a:ln/>
        </p:spPr>
        <p:txBody>
          <a:bodyPr wrap="square" rtlCol="0" anchor="ctr"/>
          <a:lstStyle/>
          <a:p>
            <a:pPr marL="0" indent="0">
              <a:buNone/>
            </a:pPr>
            <a:r>
              <a:rPr lang="en-US" sz="1400" b="1" kern="0" spc="300" dirty="0">
                <a:solidFill>
                  <a:srgbClr val="2B2B2B"/>
                </a:solidFill>
                <a:latin typeface="Arial" pitchFamily="34" charset="0"/>
                <a:ea typeface="Arial" pitchFamily="34" charset="-122"/>
                <a:cs typeface="Arial" pitchFamily="34" charset="-120"/>
              </a:rPr>
              <a:t>BROKERAGE</a:t>
            </a:r>
            <a:endParaRPr lang="en-US" sz="1400" dirty="0"/>
          </a:p>
        </p:txBody>
      </p:sp>
      <p:sp>
        <p:nvSpPr>
          <p:cNvPr id="10" name="Text 8"/>
          <p:cNvSpPr/>
          <p:nvPr/>
        </p:nvSpPr>
        <p:spPr>
          <a:xfrm>
            <a:off x="5029200" y="2103120"/>
            <a:ext cx="2926080" cy="640080"/>
          </a:xfrm>
          <a:prstGeom prst="rect">
            <a:avLst/>
          </a:prstGeom>
          <a:noFill/>
          <a:ln/>
        </p:spPr>
        <p:txBody>
          <a:bodyPr wrap="square" rtlCol="0" anchor="ctr"/>
          <a:lstStyle/>
          <a:p>
            <a:pPr marL="0" indent="0">
              <a:buNone/>
            </a:pPr>
            <a:r>
              <a:rPr lang="en-US" sz="1000" dirty="0">
                <a:solidFill>
                  <a:srgbClr val="7A7A7A"/>
                </a:solidFill>
                <a:latin typeface="Arial" pitchFamily="34" charset="0"/>
                <a:ea typeface="Arial" pitchFamily="34" charset="-122"/>
                <a:cs typeface="Arial" pitchFamily="34" charset="-120"/>
              </a:rPr>
              <a:t>Representing owners, investors, and tenants across the South Florida commercial market.</a:t>
            </a:r>
            <a:endParaRPr lang="en-US" sz="1000" dirty="0"/>
          </a:p>
        </p:txBody>
      </p:sp>
      <p:sp>
        <p:nvSpPr>
          <p:cNvPr id="11" name="Shape 9"/>
          <p:cNvSpPr/>
          <p:nvPr/>
        </p:nvSpPr>
        <p:spPr>
          <a:xfrm>
            <a:off x="1097280" y="2834640"/>
            <a:ext cx="6858000" cy="0"/>
          </a:xfrm>
          <a:prstGeom prst="line">
            <a:avLst/>
          </a:prstGeom>
          <a:noFill/>
          <a:ln w="6350">
            <a:solidFill>
              <a:srgbClr val="D9D9D9"/>
            </a:solidFill>
            <a:prstDash val="solid"/>
          </a:ln>
        </p:spPr>
        <p:txBody>
          <a:bodyPr/>
          <a:lstStyle/>
          <a:p>
            <a:endParaRPr lang="en-US"/>
          </a:p>
        </p:txBody>
      </p:sp>
      <p:sp>
        <p:nvSpPr>
          <p:cNvPr id="12" name="Text 10"/>
          <p:cNvSpPr/>
          <p:nvPr/>
        </p:nvSpPr>
        <p:spPr>
          <a:xfrm>
            <a:off x="1097280" y="2926080"/>
            <a:ext cx="640080" cy="640080"/>
          </a:xfrm>
          <a:prstGeom prst="rect">
            <a:avLst/>
          </a:prstGeom>
          <a:noFill/>
          <a:ln/>
        </p:spPr>
        <p:txBody>
          <a:bodyPr wrap="square" rtlCol="0" anchor="ctr"/>
          <a:lstStyle/>
          <a:p>
            <a:pPr marL="0" indent="0">
              <a:buNone/>
            </a:pPr>
            <a:r>
              <a:rPr lang="en-US" sz="3000" b="1" dirty="0">
                <a:solidFill>
                  <a:srgbClr val="C6922E"/>
                </a:solidFill>
                <a:latin typeface="Arial" pitchFamily="34" charset="0"/>
                <a:ea typeface="Arial" pitchFamily="34" charset="-122"/>
                <a:cs typeface="Arial" pitchFamily="34" charset="-120"/>
              </a:rPr>
              <a:t>02</a:t>
            </a:r>
            <a:endParaRPr lang="en-US" sz="3000" dirty="0"/>
          </a:p>
        </p:txBody>
      </p:sp>
      <p:sp>
        <p:nvSpPr>
          <p:cNvPr id="13" name="Text 11"/>
          <p:cNvSpPr/>
          <p:nvPr/>
        </p:nvSpPr>
        <p:spPr>
          <a:xfrm>
            <a:off x="1874520" y="2971800"/>
            <a:ext cx="3200400" cy="320040"/>
          </a:xfrm>
          <a:prstGeom prst="rect">
            <a:avLst/>
          </a:prstGeom>
          <a:noFill/>
          <a:ln/>
        </p:spPr>
        <p:txBody>
          <a:bodyPr wrap="square" rtlCol="0" anchor="ctr"/>
          <a:lstStyle/>
          <a:p>
            <a:pPr marL="0" indent="0">
              <a:buNone/>
            </a:pPr>
            <a:r>
              <a:rPr lang="en-US" sz="1400" b="1" kern="0" spc="300" dirty="0">
                <a:solidFill>
                  <a:srgbClr val="2B2B2B"/>
                </a:solidFill>
                <a:latin typeface="Arial" pitchFamily="34" charset="0"/>
                <a:ea typeface="Arial" pitchFamily="34" charset="-122"/>
                <a:cs typeface="Arial" pitchFamily="34" charset="-120"/>
              </a:rPr>
              <a:t>DEVELOPMENT PROJECTS</a:t>
            </a:r>
            <a:endParaRPr lang="en-US" sz="1400" dirty="0"/>
          </a:p>
        </p:txBody>
      </p:sp>
      <p:sp>
        <p:nvSpPr>
          <p:cNvPr id="14" name="Text 12"/>
          <p:cNvSpPr/>
          <p:nvPr/>
        </p:nvSpPr>
        <p:spPr>
          <a:xfrm>
            <a:off x="5029200" y="2971800"/>
            <a:ext cx="2926080" cy="640080"/>
          </a:xfrm>
          <a:prstGeom prst="rect">
            <a:avLst/>
          </a:prstGeom>
          <a:noFill/>
          <a:ln/>
        </p:spPr>
        <p:txBody>
          <a:bodyPr wrap="square" rtlCol="0" anchor="ctr"/>
          <a:lstStyle/>
          <a:p>
            <a:pPr marL="0" indent="0">
              <a:buNone/>
            </a:pPr>
            <a:r>
              <a:rPr lang="en-US" sz="1000" dirty="0">
                <a:solidFill>
                  <a:srgbClr val="7A7A7A"/>
                </a:solidFill>
                <a:latin typeface="Arial" pitchFamily="34" charset="0"/>
                <a:ea typeface="Arial" pitchFamily="34" charset="-122"/>
                <a:cs typeface="Arial" pitchFamily="34" charset="-120"/>
              </a:rPr>
              <a:t>End-to-end expertise on Class A, value-add, and opportunistic assets — from site selection through delivery.</a:t>
            </a:r>
            <a:endParaRPr lang="en-US" sz="1000" dirty="0"/>
          </a:p>
        </p:txBody>
      </p:sp>
      <p:sp>
        <p:nvSpPr>
          <p:cNvPr id="15" name="Shape 13"/>
          <p:cNvSpPr/>
          <p:nvPr/>
        </p:nvSpPr>
        <p:spPr>
          <a:xfrm>
            <a:off x="1097280" y="3703320"/>
            <a:ext cx="6858000" cy="0"/>
          </a:xfrm>
          <a:prstGeom prst="line">
            <a:avLst/>
          </a:prstGeom>
          <a:noFill/>
          <a:ln w="6350">
            <a:solidFill>
              <a:srgbClr val="D9D9D9"/>
            </a:solidFill>
            <a:prstDash val="solid"/>
          </a:ln>
        </p:spPr>
        <p:txBody>
          <a:bodyPr/>
          <a:lstStyle/>
          <a:p>
            <a:endParaRPr lang="en-US"/>
          </a:p>
        </p:txBody>
      </p:sp>
      <p:sp>
        <p:nvSpPr>
          <p:cNvPr id="16" name="Text 14"/>
          <p:cNvSpPr/>
          <p:nvPr/>
        </p:nvSpPr>
        <p:spPr>
          <a:xfrm>
            <a:off x="1097280" y="3794760"/>
            <a:ext cx="640080" cy="640080"/>
          </a:xfrm>
          <a:prstGeom prst="rect">
            <a:avLst/>
          </a:prstGeom>
          <a:noFill/>
          <a:ln/>
        </p:spPr>
        <p:txBody>
          <a:bodyPr wrap="square" rtlCol="0" anchor="ctr"/>
          <a:lstStyle/>
          <a:p>
            <a:pPr marL="0" indent="0">
              <a:buNone/>
            </a:pPr>
            <a:r>
              <a:rPr lang="en-US" sz="3000" b="1" dirty="0">
                <a:solidFill>
                  <a:srgbClr val="C6922E"/>
                </a:solidFill>
                <a:latin typeface="Arial" pitchFamily="34" charset="0"/>
                <a:ea typeface="Arial" pitchFamily="34" charset="-122"/>
                <a:cs typeface="Arial" pitchFamily="34" charset="-120"/>
              </a:rPr>
              <a:t>03</a:t>
            </a:r>
            <a:endParaRPr lang="en-US" sz="3000" dirty="0"/>
          </a:p>
        </p:txBody>
      </p:sp>
      <p:sp>
        <p:nvSpPr>
          <p:cNvPr id="17" name="Text 15"/>
          <p:cNvSpPr/>
          <p:nvPr/>
        </p:nvSpPr>
        <p:spPr>
          <a:xfrm>
            <a:off x="1874520" y="3840480"/>
            <a:ext cx="3200400" cy="320040"/>
          </a:xfrm>
          <a:prstGeom prst="rect">
            <a:avLst/>
          </a:prstGeom>
          <a:noFill/>
          <a:ln/>
        </p:spPr>
        <p:txBody>
          <a:bodyPr wrap="square" rtlCol="0" anchor="ctr"/>
          <a:lstStyle/>
          <a:p>
            <a:pPr marL="0" indent="0">
              <a:buNone/>
            </a:pPr>
            <a:r>
              <a:rPr lang="en-US" sz="1400" b="1" kern="0" spc="300" dirty="0">
                <a:solidFill>
                  <a:srgbClr val="2B2B2B"/>
                </a:solidFill>
                <a:latin typeface="Arial" pitchFamily="34" charset="0"/>
                <a:ea typeface="Arial" pitchFamily="34" charset="-122"/>
                <a:cs typeface="Arial" pitchFamily="34" charset="-120"/>
              </a:rPr>
              <a:t>PROPERTY MANAGEMENT</a:t>
            </a:r>
            <a:endParaRPr lang="en-US" sz="1400" dirty="0"/>
          </a:p>
        </p:txBody>
      </p:sp>
      <p:sp>
        <p:nvSpPr>
          <p:cNvPr id="18" name="Text 16"/>
          <p:cNvSpPr/>
          <p:nvPr/>
        </p:nvSpPr>
        <p:spPr>
          <a:xfrm>
            <a:off x="5029200" y="3840480"/>
            <a:ext cx="2926080" cy="640080"/>
          </a:xfrm>
          <a:prstGeom prst="rect">
            <a:avLst/>
          </a:prstGeom>
          <a:noFill/>
          <a:ln/>
        </p:spPr>
        <p:txBody>
          <a:bodyPr wrap="square" rtlCol="0" anchor="ctr"/>
          <a:lstStyle/>
          <a:p>
            <a:pPr marL="0" indent="0">
              <a:buNone/>
            </a:pPr>
            <a:r>
              <a:rPr lang="en-US" sz="1000" dirty="0">
                <a:solidFill>
                  <a:srgbClr val="7A7A7A"/>
                </a:solidFill>
                <a:latin typeface="Arial" pitchFamily="34" charset="0"/>
                <a:ea typeface="Arial" pitchFamily="34" charset="-122"/>
                <a:cs typeface="Arial" pitchFamily="34" charset="-120"/>
              </a:rPr>
              <a:t>Hands-on management that protects asset value, maximizes NOI, and supports long-term client goals.</a:t>
            </a:r>
            <a:endParaRPr lang="en-US" sz="1000" dirty="0"/>
          </a:p>
        </p:txBody>
      </p:sp>
      <p:sp>
        <p:nvSpPr>
          <p:cNvPr id="19" name="Shape 17"/>
          <p:cNvSpPr/>
          <p:nvPr/>
        </p:nvSpPr>
        <p:spPr>
          <a:xfrm>
            <a:off x="1097280" y="4572000"/>
            <a:ext cx="6858000" cy="0"/>
          </a:xfrm>
          <a:prstGeom prst="line">
            <a:avLst/>
          </a:prstGeom>
          <a:noFill/>
          <a:ln w="6350">
            <a:solidFill>
              <a:srgbClr val="D9D9D9"/>
            </a:solidFill>
            <a:prstDash val="solid"/>
          </a:ln>
        </p:spPr>
        <p:txBody>
          <a:bodyPr/>
          <a:lstStyle/>
          <a:p>
            <a:endParaRPr lang="en-US"/>
          </a:p>
        </p:txBody>
      </p:sp>
      <p:grpSp>
        <p:nvGrpSpPr>
          <p:cNvPr id="23" name="Group 22">
            <a:extLst>
              <a:ext uri="{FF2B5EF4-FFF2-40B4-BE49-F238E27FC236}">
                <a16:creationId xmlns:a16="http://schemas.microsoft.com/office/drawing/2014/main" id="{82EF62F4-CBE5-D9D6-F165-B2DE306B7BD4}"/>
              </a:ext>
            </a:extLst>
          </p:cNvPr>
          <p:cNvGrpSpPr/>
          <p:nvPr/>
        </p:nvGrpSpPr>
        <p:grpSpPr>
          <a:xfrm>
            <a:off x="-228600" y="0"/>
            <a:ext cx="914400" cy="5143500"/>
            <a:chOff x="-228600" y="0"/>
            <a:chExt cx="914400" cy="5143500"/>
          </a:xfrm>
        </p:grpSpPr>
        <p:grpSp>
          <p:nvGrpSpPr>
            <p:cNvPr id="20" name="Group 19">
              <a:extLst>
                <a:ext uri="{FF2B5EF4-FFF2-40B4-BE49-F238E27FC236}">
                  <a16:creationId xmlns:a16="http://schemas.microsoft.com/office/drawing/2014/main" id="{354D15B9-5D0A-5F83-074B-CFF0499F76D5}"/>
                </a:ext>
              </a:extLst>
            </p:cNvPr>
            <p:cNvGrpSpPr/>
            <p:nvPr/>
          </p:nvGrpSpPr>
          <p:grpSpPr>
            <a:xfrm>
              <a:off x="0" y="0"/>
              <a:ext cx="502920" cy="5143500"/>
              <a:chOff x="0" y="0"/>
              <a:chExt cx="502920" cy="5143500"/>
            </a:xfrm>
          </p:grpSpPr>
          <p:sp>
            <p:nvSpPr>
              <p:cNvPr id="21" name="Shape 0">
                <a:extLst>
                  <a:ext uri="{FF2B5EF4-FFF2-40B4-BE49-F238E27FC236}">
                    <a16:creationId xmlns:a16="http://schemas.microsoft.com/office/drawing/2014/main" id="{1AD7499E-BFA1-038E-CA87-A40A45B6874A}"/>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22" name="Shape 1">
                <a:extLst>
                  <a:ext uri="{FF2B5EF4-FFF2-40B4-BE49-F238E27FC236}">
                    <a16:creationId xmlns:a16="http://schemas.microsoft.com/office/drawing/2014/main" id="{AB19E437-2C07-CA36-2760-CD00D647C338}"/>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
          <p:nvSpPr>
            <p:cNvPr id="4" name="Text 2"/>
            <p:cNvSpPr/>
            <p:nvPr/>
          </p:nvSpPr>
          <p:spPr>
            <a:xfrm rot="16200000">
              <a:off x="-1303020" y="2340864"/>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SERVICES</a:t>
              </a:r>
              <a:endParaRPr lang="en-US" sz="13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rot="16200000">
            <a:off x="-914400" y="2114550"/>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PROPERTIES</a:t>
            </a:r>
            <a:endParaRPr lang="en-US" sz="1300" dirty="0"/>
          </a:p>
        </p:txBody>
      </p:sp>
      <p:sp>
        <p:nvSpPr>
          <p:cNvPr id="5" name="Text 3"/>
          <p:cNvSpPr/>
          <p:nvPr/>
        </p:nvSpPr>
        <p:spPr>
          <a:xfrm>
            <a:off x="1074420" y="365760"/>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03 — Featured Properties</a:t>
            </a:r>
            <a:endParaRPr lang="en-US" sz="1100" dirty="0"/>
          </a:p>
        </p:txBody>
      </p:sp>
      <p:sp>
        <p:nvSpPr>
          <p:cNvPr id="6" name="Text 4"/>
          <p:cNvSpPr/>
          <p:nvPr/>
        </p:nvSpPr>
        <p:spPr>
          <a:xfrm>
            <a:off x="1074420" y="685800"/>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ea typeface="Arial" pitchFamily="34" charset="-122"/>
                <a:cs typeface="Arial" pitchFamily="34" charset="-120"/>
              </a:rPr>
              <a:t>Class A Commercial Portfolio</a:t>
            </a:r>
            <a:endParaRPr lang="en-US" sz="2800" dirty="0"/>
          </a:p>
        </p:txBody>
      </p:sp>
      <p:sp>
        <p:nvSpPr>
          <p:cNvPr id="7" name="Shape 5"/>
          <p:cNvSpPr/>
          <p:nvPr/>
        </p:nvSpPr>
        <p:spPr>
          <a:xfrm>
            <a:off x="1074420" y="1554480"/>
            <a:ext cx="3383280" cy="1417320"/>
          </a:xfrm>
          <a:prstGeom prst="rect">
            <a:avLst/>
          </a:prstGeom>
          <a:solidFill>
            <a:srgbClr val="F7F5F0"/>
          </a:solidFill>
          <a:ln w="6350">
            <a:solidFill>
              <a:srgbClr val="D9D9D9"/>
            </a:solidFill>
            <a:prstDash val="solid"/>
          </a:ln>
        </p:spPr>
        <p:txBody>
          <a:bodyPr/>
          <a:lstStyle/>
          <a:p>
            <a:endParaRPr lang="en-US"/>
          </a:p>
        </p:txBody>
      </p:sp>
      <p:sp>
        <p:nvSpPr>
          <p:cNvPr id="8" name="Shape 6"/>
          <p:cNvSpPr/>
          <p:nvPr/>
        </p:nvSpPr>
        <p:spPr>
          <a:xfrm>
            <a:off x="1074420" y="1554480"/>
            <a:ext cx="91440" cy="1417320"/>
          </a:xfrm>
          <a:prstGeom prst="rect">
            <a:avLst/>
          </a:prstGeom>
          <a:solidFill>
            <a:srgbClr val="C6922E"/>
          </a:solidFill>
          <a:ln w="12700">
            <a:solidFill>
              <a:srgbClr val="C6922E"/>
            </a:solidFill>
            <a:prstDash val="solid"/>
          </a:ln>
        </p:spPr>
        <p:txBody>
          <a:bodyPr/>
          <a:lstStyle/>
          <a:p>
            <a:endParaRPr lang="en-US"/>
          </a:p>
        </p:txBody>
      </p:sp>
      <p:sp>
        <p:nvSpPr>
          <p:cNvPr id="9" name="Text 7"/>
          <p:cNvSpPr/>
          <p:nvPr/>
        </p:nvSpPr>
        <p:spPr>
          <a:xfrm>
            <a:off x="1348740" y="1737360"/>
            <a:ext cx="2926080" cy="320040"/>
          </a:xfrm>
          <a:prstGeom prst="rect">
            <a:avLst/>
          </a:prstGeom>
          <a:noFill/>
          <a:ln/>
        </p:spPr>
        <p:txBody>
          <a:bodyPr wrap="square" rtlCol="0" anchor="ctr"/>
          <a:lstStyle/>
          <a:p>
            <a:pPr marL="0" indent="0">
              <a:buNone/>
            </a:pPr>
            <a:r>
              <a:rPr lang="en-US" sz="1300" b="1" kern="0" spc="200" dirty="0">
                <a:solidFill>
                  <a:srgbClr val="2B2B2B"/>
                </a:solidFill>
                <a:latin typeface="Arial" pitchFamily="34" charset="0"/>
                <a:ea typeface="Arial" pitchFamily="34" charset="-122"/>
                <a:cs typeface="Arial" pitchFamily="34" charset="-120"/>
              </a:rPr>
              <a:t>4000 PONCE</a:t>
            </a:r>
            <a:endParaRPr lang="en-US" sz="1300" dirty="0"/>
          </a:p>
        </p:txBody>
      </p:sp>
      <p:sp>
        <p:nvSpPr>
          <p:cNvPr id="10" name="Shape 8"/>
          <p:cNvSpPr/>
          <p:nvPr/>
        </p:nvSpPr>
        <p:spPr>
          <a:xfrm>
            <a:off x="1348740" y="2084832"/>
            <a:ext cx="457200" cy="0"/>
          </a:xfrm>
          <a:prstGeom prst="line">
            <a:avLst/>
          </a:prstGeom>
          <a:noFill/>
          <a:ln w="19050">
            <a:solidFill>
              <a:srgbClr val="C6922E"/>
            </a:solidFill>
            <a:prstDash val="solid"/>
          </a:ln>
        </p:spPr>
        <p:txBody>
          <a:bodyPr/>
          <a:lstStyle/>
          <a:p>
            <a:endParaRPr lang="en-US"/>
          </a:p>
        </p:txBody>
      </p:sp>
      <p:sp>
        <p:nvSpPr>
          <p:cNvPr id="11" name="Text 9"/>
          <p:cNvSpPr/>
          <p:nvPr/>
        </p:nvSpPr>
        <p:spPr>
          <a:xfrm>
            <a:off x="1348740" y="2176272"/>
            <a:ext cx="2926080" cy="502920"/>
          </a:xfrm>
          <a:prstGeom prst="rect">
            <a:avLst/>
          </a:prstGeom>
          <a:noFill/>
          <a:ln/>
        </p:spPr>
        <p:txBody>
          <a:bodyPr wrap="square" rtlCol="0" anchor="ctr"/>
          <a:lstStyle/>
          <a:p>
            <a:pPr marL="0" indent="0">
              <a:buNone/>
            </a:pPr>
            <a:r>
              <a:rPr lang="en-US" sz="1000" dirty="0">
                <a:solidFill>
                  <a:srgbClr val="2B2B2B"/>
                </a:solidFill>
                <a:latin typeface="Arial" pitchFamily="34" charset="0"/>
                <a:ea typeface="Arial" pitchFamily="34" charset="-122"/>
                <a:cs typeface="Arial" pitchFamily="34" charset="-120"/>
              </a:rPr>
              <a:t>4000 Ponce de Leon</a:t>
            </a:r>
            <a:endParaRPr lang="en-US" sz="1000" dirty="0"/>
          </a:p>
          <a:p>
            <a:pPr marL="0" indent="0">
              <a:buNone/>
            </a:pPr>
            <a:r>
              <a:rPr lang="en-US" sz="1000" dirty="0">
                <a:solidFill>
                  <a:srgbClr val="2B2B2B"/>
                </a:solidFill>
                <a:latin typeface="Arial" pitchFamily="34" charset="0"/>
                <a:ea typeface="Arial" pitchFamily="34" charset="-122"/>
                <a:cs typeface="Arial" pitchFamily="34" charset="-120"/>
              </a:rPr>
              <a:t>Coral Gables, FL 33146</a:t>
            </a:r>
            <a:endParaRPr lang="en-US" sz="1000" dirty="0"/>
          </a:p>
        </p:txBody>
      </p:sp>
      <p:sp>
        <p:nvSpPr>
          <p:cNvPr id="12" name="Text 10"/>
          <p:cNvSpPr/>
          <p:nvPr/>
        </p:nvSpPr>
        <p:spPr>
          <a:xfrm>
            <a:off x="1348740" y="2679192"/>
            <a:ext cx="2926080" cy="228600"/>
          </a:xfrm>
          <a:prstGeom prst="rect">
            <a:avLst/>
          </a:prstGeom>
          <a:noFill/>
          <a:ln/>
        </p:spPr>
        <p:txBody>
          <a:bodyPr wrap="square" rtlCol="0" anchor="ctr"/>
          <a:lstStyle/>
          <a:p>
            <a:pPr marL="0" indent="0">
              <a:buNone/>
            </a:pPr>
            <a:r>
              <a:rPr lang="en-US" sz="800" b="1" kern="0" spc="300" dirty="0">
                <a:solidFill>
                  <a:srgbClr val="C6922E"/>
                </a:solidFill>
                <a:latin typeface="Arial" pitchFamily="34" charset="0"/>
                <a:ea typeface="Arial" pitchFamily="34" charset="-122"/>
                <a:cs typeface="Arial" pitchFamily="34" charset="-120"/>
              </a:rPr>
              <a:t>CLASS A COMMERCIAL</a:t>
            </a:r>
            <a:endParaRPr lang="en-US" sz="800" dirty="0"/>
          </a:p>
        </p:txBody>
      </p:sp>
      <p:sp>
        <p:nvSpPr>
          <p:cNvPr id="13" name="Shape 11"/>
          <p:cNvSpPr/>
          <p:nvPr/>
        </p:nvSpPr>
        <p:spPr>
          <a:xfrm>
            <a:off x="4549140" y="1554480"/>
            <a:ext cx="3383280" cy="1417320"/>
          </a:xfrm>
          <a:prstGeom prst="rect">
            <a:avLst/>
          </a:prstGeom>
          <a:solidFill>
            <a:srgbClr val="F7F5F0"/>
          </a:solidFill>
          <a:ln w="6350">
            <a:solidFill>
              <a:srgbClr val="D9D9D9"/>
            </a:solidFill>
            <a:prstDash val="solid"/>
          </a:ln>
        </p:spPr>
        <p:txBody>
          <a:bodyPr/>
          <a:lstStyle/>
          <a:p>
            <a:endParaRPr lang="en-US"/>
          </a:p>
        </p:txBody>
      </p:sp>
      <p:sp>
        <p:nvSpPr>
          <p:cNvPr id="14" name="Shape 12"/>
          <p:cNvSpPr/>
          <p:nvPr/>
        </p:nvSpPr>
        <p:spPr>
          <a:xfrm>
            <a:off x="4549140" y="1554480"/>
            <a:ext cx="91440" cy="1417320"/>
          </a:xfrm>
          <a:prstGeom prst="rect">
            <a:avLst/>
          </a:prstGeom>
          <a:solidFill>
            <a:srgbClr val="C6922E"/>
          </a:solidFill>
          <a:ln w="12700">
            <a:solidFill>
              <a:srgbClr val="C6922E"/>
            </a:solidFill>
            <a:prstDash val="solid"/>
          </a:ln>
        </p:spPr>
        <p:txBody>
          <a:bodyPr/>
          <a:lstStyle/>
          <a:p>
            <a:endParaRPr lang="en-US"/>
          </a:p>
        </p:txBody>
      </p:sp>
      <p:sp>
        <p:nvSpPr>
          <p:cNvPr id="15" name="Text 13"/>
          <p:cNvSpPr/>
          <p:nvPr/>
        </p:nvSpPr>
        <p:spPr>
          <a:xfrm>
            <a:off x="4823460" y="1737360"/>
            <a:ext cx="2926080" cy="320040"/>
          </a:xfrm>
          <a:prstGeom prst="rect">
            <a:avLst/>
          </a:prstGeom>
          <a:noFill/>
          <a:ln/>
        </p:spPr>
        <p:txBody>
          <a:bodyPr wrap="square" rtlCol="0" anchor="ctr"/>
          <a:lstStyle/>
          <a:p>
            <a:pPr marL="0" indent="0">
              <a:buNone/>
            </a:pPr>
            <a:r>
              <a:rPr lang="en-US" sz="1300" b="1" kern="0" spc="200" dirty="0">
                <a:solidFill>
                  <a:srgbClr val="2B2B2B"/>
                </a:solidFill>
                <a:latin typeface="Arial" pitchFamily="34" charset="0"/>
                <a:ea typeface="Arial" pitchFamily="34" charset="-122"/>
                <a:cs typeface="Arial" pitchFamily="34" charset="-120"/>
              </a:rPr>
              <a:t>MIAMI GREEN</a:t>
            </a:r>
            <a:endParaRPr lang="en-US" sz="1300" dirty="0"/>
          </a:p>
        </p:txBody>
      </p:sp>
      <p:sp>
        <p:nvSpPr>
          <p:cNvPr id="16" name="Shape 14"/>
          <p:cNvSpPr/>
          <p:nvPr/>
        </p:nvSpPr>
        <p:spPr>
          <a:xfrm>
            <a:off x="4823460" y="2084832"/>
            <a:ext cx="457200" cy="0"/>
          </a:xfrm>
          <a:prstGeom prst="line">
            <a:avLst/>
          </a:prstGeom>
          <a:noFill/>
          <a:ln w="19050">
            <a:solidFill>
              <a:srgbClr val="C6922E"/>
            </a:solidFill>
            <a:prstDash val="solid"/>
          </a:ln>
        </p:spPr>
        <p:txBody>
          <a:bodyPr/>
          <a:lstStyle/>
          <a:p>
            <a:endParaRPr lang="en-US"/>
          </a:p>
        </p:txBody>
      </p:sp>
      <p:sp>
        <p:nvSpPr>
          <p:cNvPr id="17" name="Text 15"/>
          <p:cNvSpPr/>
          <p:nvPr/>
        </p:nvSpPr>
        <p:spPr>
          <a:xfrm>
            <a:off x="4823460" y="2176272"/>
            <a:ext cx="2926080" cy="502920"/>
          </a:xfrm>
          <a:prstGeom prst="rect">
            <a:avLst/>
          </a:prstGeom>
          <a:noFill/>
          <a:ln/>
        </p:spPr>
        <p:txBody>
          <a:bodyPr wrap="square" rtlCol="0" anchor="ctr"/>
          <a:lstStyle/>
          <a:p>
            <a:pPr marL="0" indent="0">
              <a:buNone/>
            </a:pPr>
            <a:r>
              <a:rPr lang="en-US" sz="1000" dirty="0">
                <a:solidFill>
                  <a:srgbClr val="2B2B2B"/>
                </a:solidFill>
                <a:latin typeface="Arial" pitchFamily="34" charset="0"/>
                <a:ea typeface="Arial" pitchFamily="34" charset="-122"/>
                <a:cs typeface="Arial" pitchFamily="34" charset="-120"/>
              </a:rPr>
              <a:t>3150 SW 38th Ave</a:t>
            </a:r>
            <a:endParaRPr lang="en-US" sz="1000" dirty="0"/>
          </a:p>
          <a:p>
            <a:pPr marL="0" indent="0">
              <a:buNone/>
            </a:pPr>
            <a:r>
              <a:rPr lang="en-US" sz="1000" dirty="0">
                <a:solidFill>
                  <a:srgbClr val="2B2B2B"/>
                </a:solidFill>
                <a:latin typeface="Arial" pitchFamily="34" charset="0"/>
                <a:ea typeface="Arial" pitchFamily="34" charset="-122"/>
                <a:cs typeface="Arial" pitchFamily="34" charset="-120"/>
              </a:rPr>
              <a:t>Miami, FL 33146</a:t>
            </a:r>
            <a:endParaRPr lang="en-US" sz="1000" dirty="0"/>
          </a:p>
        </p:txBody>
      </p:sp>
      <p:sp>
        <p:nvSpPr>
          <p:cNvPr id="18" name="Text 16"/>
          <p:cNvSpPr/>
          <p:nvPr/>
        </p:nvSpPr>
        <p:spPr>
          <a:xfrm>
            <a:off x="4823460" y="2679192"/>
            <a:ext cx="2926080" cy="228600"/>
          </a:xfrm>
          <a:prstGeom prst="rect">
            <a:avLst/>
          </a:prstGeom>
          <a:noFill/>
          <a:ln/>
        </p:spPr>
        <p:txBody>
          <a:bodyPr wrap="square" rtlCol="0" anchor="ctr"/>
          <a:lstStyle/>
          <a:p>
            <a:pPr marL="0" indent="0">
              <a:buNone/>
            </a:pPr>
            <a:r>
              <a:rPr lang="en-US" sz="800" b="1" kern="0" spc="300" dirty="0">
                <a:solidFill>
                  <a:srgbClr val="C6922E"/>
                </a:solidFill>
                <a:latin typeface="Arial" pitchFamily="34" charset="0"/>
                <a:ea typeface="Arial" pitchFamily="34" charset="-122"/>
                <a:cs typeface="Arial" pitchFamily="34" charset="-120"/>
              </a:rPr>
              <a:t>CLASS A COMMERCIAL</a:t>
            </a:r>
            <a:endParaRPr lang="en-US" sz="800" dirty="0"/>
          </a:p>
        </p:txBody>
      </p:sp>
      <p:sp>
        <p:nvSpPr>
          <p:cNvPr id="19" name="Shape 17"/>
          <p:cNvSpPr/>
          <p:nvPr/>
        </p:nvSpPr>
        <p:spPr>
          <a:xfrm>
            <a:off x="1074420" y="3108960"/>
            <a:ext cx="3383280" cy="1417320"/>
          </a:xfrm>
          <a:prstGeom prst="rect">
            <a:avLst/>
          </a:prstGeom>
          <a:solidFill>
            <a:srgbClr val="F7F5F0"/>
          </a:solidFill>
          <a:ln w="6350">
            <a:solidFill>
              <a:srgbClr val="D9D9D9"/>
            </a:solidFill>
            <a:prstDash val="solid"/>
          </a:ln>
        </p:spPr>
        <p:txBody>
          <a:bodyPr/>
          <a:lstStyle/>
          <a:p>
            <a:endParaRPr lang="en-US"/>
          </a:p>
        </p:txBody>
      </p:sp>
      <p:sp>
        <p:nvSpPr>
          <p:cNvPr id="20" name="Shape 18"/>
          <p:cNvSpPr/>
          <p:nvPr/>
        </p:nvSpPr>
        <p:spPr>
          <a:xfrm>
            <a:off x="1074420" y="3108960"/>
            <a:ext cx="91440" cy="1417320"/>
          </a:xfrm>
          <a:prstGeom prst="rect">
            <a:avLst/>
          </a:prstGeom>
          <a:solidFill>
            <a:srgbClr val="C6922E"/>
          </a:solidFill>
          <a:ln w="12700">
            <a:solidFill>
              <a:srgbClr val="C6922E"/>
            </a:solidFill>
            <a:prstDash val="solid"/>
          </a:ln>
        </p:spPr>
        <p:txBody>
          <a:bodyPr/>
          <a:lstStyle/>
          <a:p>
            <a:endParaRPr lang="en-US"/>
          </a:p>
        </p:txBody>
      </p:sp>
      <p:sp>
        <p:nvSpPr>
          <p:cNvPr id="21" name="Text 19"/>
          <p:cNvSpPr/>
          <p:nvPr/>
        </p:nvSpPr>
        <p:spPr>
          <a:xfrm>
            <a:off x="1348740" y="3291840"/>
            <a:ext cx="2926080" cy="320040"/>
          </a:xfrm>
          <a:prstGeom prst="rect">
            <a:avLst/>
          </a:prstGeom>
          <a:noFill/>
          <a:ln/>
        </p:spPr>
        <p:txBody>
          <a:bodyPr wrap="square" rtlCol="0" anchor="ctr"/>
          <a:lstStyle/>
          <a:p>
            <a:pPr marL="0" indent="0">
              <a:buNone/>
            </a:pPr>
            <a:r>
              <a:rPr lang="en-US" sz="1300" b="1" kern="0" spc="200" dirty="0">
                <a:solidFill>
                  <a:srgbClr val="2B2B2B"/>
                </a:solidFill>
                <a:latin typeface="Arial" pitchFamily="34" charset="0"/>
                <a:ea typeface="Arial" pitchFamily="34" charset="-122"/>
                <a:cs typeface="Arial" pitchFamily="34" charset="-120"/>
              </a:rPr>
              <a:t>WATERFORD CENTRE</a:t>
            </a:r>
            <a:endParaRPr lang="en-US" sz="1300" dirty="0"/>
          </a:p>
        </p:txBody>
      </p:sp>
      <p:sp>
        <p:nvSpPr>
          <p:cNvPr id="22" name="Shape 20"/>
          <p:cNvSpPr/>
          <p:nvPr/>
        </p:nvSpPr>
        <p:spPr>
          <a:xfrm>
            <a:off x="1348740" y="3639312"/>
            <a:ext cx="457200" cy="0"/>
          </a:xfrm>
          <a:prstGeom prst="line">
            <a:avLst/>
          </a:prstGeom>
          <a:noFill/>
          <a:ln w="19050">
            <a:solidFill>
              <a:srgbClr val="C6922E"/>
            </a:solidFill>
            <a:prstDash val="solid"/>
          </a:ln>
        </p:spPr>
        <p:txBody>
          <a:bodyPr/>
          <a:lstStyle/>
          <a:p>
            <a:endParaRPr lang="en-US"/>
          </a:p>
        </p:txBody>
      </p:sp>
      <p:sp>
        <p:nvSpPr>
          <p:cNvPr id="23" name="Text 21"/>
          <p:cNvSpPr/>
          <p:nvPr/>
        </p:nvSpPr>
        <p:spPr>
          <a:xfrm>
            <a:off x="1348740" y="3730752"/>
            <a:ext cx="2926080" cy="502920"/>
          </a:xfrm>
          <a:prstGeom prst="rect">
            <a:avLst/>
          </a:prstGeom>
          <a:noFill/>
          <a:ln/>
        </p:spPr>
        <p:txBody>
          <a:bodyPr wrap="square" rtlCol="0" anchor="ctr"/>
          <a:lstStyle/>
          <a:p>
            <a:pPr marL="0" indent="0">
              <a:buNone/>
            </a:pPr>
            <a:r>
              <a:rPr lang="en-US" sz="1000" dirty="0">
                <a:solidFill>
                  <a:srgbClr val="2B2B2B"/>
                </a:solidFill>
                <a:latin typeface="Arial" pitchFamily="34" charset="0"/>
                <a:ea typeface="Arial" pitchFamily="34" charset="-122"/>
                <a:cs typeface="Arial" pitchFamily="34" charset="-120"/>
              </a:rPr>
              <a:t>6205 Blue Lagoon Drive</a:t>
            </a:r>
            <a:endParaRPr lang="en-US" sz="1000" dirty="0"/>
          </a:p>
          <a:p>
            <a:pPr marL="0" indent="0">
              <a:buNone/>
            </a:pPr>
            <a:r>
              <a:rPr lang="en-US" sz="1000" dirty="0">
                <a:solidFill>
                  <a:srgbClr val="2B2B2B"/>
                </a:solidFill>
                <a:latin typeface="Arial" pitchFamily="34" charset="0"/>
                <a:ea typeface="Arial" pitchFamily="34" charset="-122"/>
                <a:cs typeface="Arial" pitchFamily="34" charset="-120"/>
              </a:rPr>
              <a:t>Miami, FL 33126</a:t>
            </a:r>
            <a:endParaRPr lang="en-US" sz="1000" dirty="0"/>
          </a:p>
        </p:txBody>
      </p:sp>
      <p:sp>
        <p:nvSpPr>
          <p:cNvPr id="24" name="Text 22"/>
          <p:cNvSpPr/>
          <p:nvPr/>
        </p:nvSpPr>
        <p:spPr>
          <a:xfrm>
            <a:off x="1348740" y="4233672"/>
            <a:ext cx="2926080" cy="228600"/>
          </a:xfrm>
          <a:prstGeom prst="rect">
            <a:avLst/>
          </a:prstGeom>
          <a:noFill/>
          <a:ln/>
        </p:spPr>
        <p:txBody>
          <a:bodyPr wrap="square" rtlCol="0" anchor="ctr"/>
          <a:lstStyle/>
          <a:p>
            <a:pPr marL="0" indent="0">
              <a:buNone/>
            </a:pPr>
            <a:r>
              <a:rPr lang="en-US" sz="800" b="1" kern="0" spc="300" dirty="0">
                <a:solidFill>
                  <a:srgbClr val="C6922E"/>
                </a:solidFill>
                <a:latin typeface="Arial" pitchFamily="34" charset="0"/>
                <a:ea typeface="Arial" pitchFamily="34" charset="-122"/>
                <a:cs typeface="Arial" pitchFamily="34" charset="-120"/>
              </a:rPr>
              <a:t>CLASS A COMMERCIAL</a:t>
            </a:r>
            <a:endParaRPr lang="en-US" sz="800" dirty="0"/>
          </a:p>
        </p:txBody>
      </p:sp>
      <p:sp>
        <p:nvSpPr>
          <p:cNvPr id="25" name="Shape 23"/>
          <p:cNvSpPr/>
          <p:nvPr/>
        </p:nvSpPr>
        <p:spPr>
          <a:xfrm>
            <a:off x="4549140" y="3108960"/>
            <a:ext cx="3383280" cy="1417320"/>
          </a:xfrm>
          <a:prstGeom prst="rect">
            <a:avLst/>
          </a:prstGeom>
          <a:solidFill>
            <a:srgbClr val="F7F5F0"/>
          </a:solidFill>
          <a:ln w="6350">
            <a:solidFill>
              <a:srgbClr val="D9D9D9"/>
            </a:solidFill>
            <a:prstDash val="solid"/>
          </a:ln>
        </p:spPr>
        <p:txBody>
          <a:bodyPr/>
          <a:lstStyle/>
          <a:p>
            <a:endParaRPr lang="en-US"/>
          </a:p>
        </p:txBody>
      </p:sp>
      <p:sp>
        <p:nvSpPr>
          <p:cNvPr id="26" name="Shape 24"/>
          <p:cNvSpPr/>
          <p:nvPr/>
        </p:nvSpPr>
        <p:spPr>
          <a:xfrm>
            <a:off x="4549140" y="3108960"/>
            <a:ext cx="91440" cy="1417320"/>
          </a:xfrm>
          <a:prstGeom prst="rect">
            <a:avLst/>
          </a:prstGeom>
          <a:solidFill>
            <a:srgbClr val="C6922E"/>
          </a:solidFill>
          <a:ln w="12700">
            <a:solidFill>
              <a:srgbClr val="C6922E"/>
            </a:solidFill>
            <a:prstDash val="solid"/>
          </a:ln>
        </p:spPr>
        <p:txBody>
          <a:bodyPr/>
          <a:lstStyle/>
          <a:p>
            <a:endParaRPr lang="en-US"/>
          </a:p>
        </p:txBody>
      </p:sp>
      <p:sp>
        <p:nvSpPr>
          <p:cNvPr id="27" name="Text 25"/>
          <p:cNvSpPr/>
          <p:nvPr/>
        </p:nvSpPr>
        <p:spPr>
          <a:xfrm>
            <a:off x="4823460" y="3291840"/>
            <a:ext cx="2926080" cy="320040"/>
          </a:xfrm>
          <a:prstGeom prst="rect">
            <a:avLst/>
          </a:prstGeom>
          <a:noFill/>
          <a:ln/>
        </p:spPr>
        <p:txBody>
          <a:bodyPr wrap="square" rtlCol="0" anchor="ctr"/>
          <a:lstStyle/>
          <a:p>
            <a:pPr marL="0" indent="0">
              <a:buNone/>
            </a:pPr>
            <a:r>
              <a:rPr lang="en-US" sz="1300" b="1" kern="0" spc="200" dirty="0">
                <a:solidFill>
                  <a:srgbClr val="2B2B2B"/>
                </a:solidFill>
                <a:latin typeface="Arial" pitchFamily="34" charset="0"/>
                <a:ea typeface="Arial" pitchFamily="34" charset="-122"/>
                <a:cs typeface="Arial" pitchFamily="34" charset="-120"/>
              </a:rPr>
              <a:t>DORAL OFFICE PLAZA</a:t>
            </a:r>
            <a:endParaRPr lang="en-US" sz="1300" dirty="0"/>
          </a:p>
        </p:txBody>
      </p:sp>
      <p:sp>
        <p:nvSpPr>
          <p:cNvPr id="28" name="Shape 26"/>
          <p:cNvSpPr/>
          <p:nvPr/>
        </p:nvSpPr>
        <p:spPr>
          <a:xfrm>
            <a:off x="4823460" y="3639312"/>
            <a:ext cx="457200" cy="0"/>
          </a:xfrm>
          <a:prstGeom prst="line">
            <a:avLst/>
          </a:prstGeom>
          <a:noFill/>
          <a:ln w="19050">
            <a:solidFill>
              <a:srgbClr val="C6922E"/>
            </a:solidFill>
            <a:prstDash val="solid"/>
          </a:ln>
        </p:spPr>
        <p:txBody>
          <a:bodyPr/>
          <a:lstStyle/>
          <a:p>
            <a:endParaRPr lang="en-US"/>
          </a:p>
        </p:txBody>
      </p:sp>
      <p:sp>
        <p:nvSpPr>
          <p:cNvPr id="29" name="Text 27"/>
          <p:cNvSpPr/>
          <p:nvPr/>
        </p:nvSpPr>
        <p:spPr>
          <a:xfrm>
            <a:off x="4823460" y="3730752"/>
            <a:ext cx="2926080" cy="502920"/>
          </a:xfrm>
          <a:prstGeom prst="rect">
            <a:avLst/>
          </a:prstGeom>
          <a:noFill/>
          <a:ln/>
        </p:spPr>
        <p:txBody>
          <a:bodyPr wrap="square" rtlCol="0" anchor="ctr"/>
          <a:lstStyle/>
          <a:p>
            <a:pPr marL="0" indent="0">
              <a:buNone/>
            </a:pPr>
            <a:r>
              <a:rPr lang="en-US" sz="1000" dirty="0">
                <a:solidFill>
                  <a:srgbClr val="2B2B2B"/>
                </a:solidFill>
                <a:latin typeface="Arial" pitchFamily="34" charset="0"/>
                <a:ea typeface="Arial" pitchFamily="34" charset="-122"/>
                <a:cs typeface="Arial" pitchFamily="34" charset="-120"/>
              </a:rPr>
              <a:t>8550 NW 33rd Street</a:t>
            </a:r>
            <a:endParaRPr lang="en-US" sz="1000" dirty="0"/>
          </a:p>
          <a:p>
            <a:pPr marL="0" indent="0">
              <a:buNone/>
            </a:pPr>
            <a:r>
              <a:rPr lang="en-US" sz="1000" dirty="0">
                <a:solidFill>
                  <a:srgbClr val="2B2B2B"/>
                </a:solidFill>
                <a:latin typeface="Arial" pitchFamily="34" charset="0"/>
                <a:ea typeface="Arial" pitchFamily="34" charset="-122"/>
                <a:cs typeface="Arial" pitchFamily="34" charset="-120"/>
              </a:rPr>
              <a:t>Doral, FL 33122</a:t>
            </a:r>
            <a:endParaRPr lang="en-US" sz="1000" dirty="0"/>
          </a:p>
        </p:txBody>
      </p:sp>
      <p:sp>
        <p:nvSpPr>
          <p:cNvPr id="30" name="Text 28"/>
          <p:cNvSpPr/>
          <p:nvPr/>
        </p:nvSpPr>
        <p:spPr>
          <a:xfrm>
            <a:off x="4823460" y="4233672"/>
            <a:ext cx="2926080" cy="228600"/>
          </a:xfrm>
          <a:prstGeom prst="rect">
            <a:avLst/>
          </a:prstGeom>
          <a:noFill/>
          <a:ln/>
        </p:spPr>
        <p:txBody>
          <a:bodyPr wrap="square" rtlCol="0" anchor="ctr"/>
          <a:lstStyle/>
          <a:p>
            <a:pPr marL="0" indent="0">
              <a:buNone/>
            </a:pPr>
            <a:r>
              <a:rPr lang="en-US" sz="800" b="1" kern="0" spc="300" dirty="0">
                <a:solidFill>
                  <a:srgbClr val="C6922E"/>
                </a:solidFill>
                <a:latin typeface="Arial" pitchFamily="34" charset="0"/>
                <a:ea typeface="Arial" pitchFamily="34" charset="-122"/>
                <a:cs typeface="Arial" pitchFamily="34" charset="-120"/>
              </a:rPr>
              <a:t>CLASS A COMMERCIAL</a:t>
            </a:r>
            <a:endParaRPr lang="en-US" sz="800" dirty="0"/>
          </a:p>
        </p:txBody>
      </p:sp>
      <p:sp>
        <p:nvSpPr>
          <p:cNvPr id="31" name="Text 29"/>
          <p:cNvSpPr/>
          <p:nvPr/>
        </p:nvSpPr>
        <p:spPr>
          <a:xfrm>
            <a:off x="1074420" y="4617720"/>
            <a:ext cx="6858000" cy="228600"/>
          </a:xfrm>
          <a:prstGeom prst="rect">
            <a:avLst/>
          </a:prstGeom>
          <a:noFill/>
          <a:ln/>
        </p:spPr>
        <p:txBody>
          <a:bodyPr wrap="square" rtlCol="0" anchor="ctr"/>
          <a:lstStyle/>
          <a:p>
            <a:pPr marL="0" indent="0" algn="ctr">
              <a:buNone/>
            </a:pPr>
            <a:r>
              <a:rPr lang="en-US" sz="900" i="1" dirty="0">
                <a:solidFill>
                  <a:srgbClr val="7A7A7A"/>
                </a:solidFill>
                <a:latin typeface="Arial" pitchFamily="34" charset="0"/>
                <a:ea typeface="Arial" pitchFamily="34" charset="-122"/>
                <a:cs typeface="Arial" pitchFamily="34" charset="-120"/>
              </a:rPr>
              <a:t>Based in Miami  ·  Representing owners, investors, and companies across Florida</a:t>
            </a:r>
            <a:endParaRPr lang="en-US" sz="900" dirty="0"/>
          </a:p>
        </p:txBody>
      </p:sp>
      <p:grpSp>
        <p:nvGrpSpPr>
          <p:cNvPr id="32" name="Group 31">
            <a:extLst>
              <a:ext uri="{FF2B5EF4-FFF2-40B4-BE49-F238E27FC236}">
                <a16:creationId xmlns:a16="http://schemas.microsoft.com/office/drawing/2014/main" id="{84FF1A52-8814-12F9-B9A3-A0C1ADC3433F}"/>
              </a:ext>
            </a:extLst>
          </p:cNvPr>
          <p:cNvGrpSpPr/>
          <p:nvPr/>
        </p:nvGrpSpPr>
        <p:grpSpPr>
          <a:xfrm>
            <a:off x="-228600" y="0"/>
            <a:ext cx="914400" cy="5143500"/>
            <a:chOff x="-228600" y="0"/>
            <a:chExt cx="914400" cy="5143500"/>
          </a:xfrm>
        </p:grpSpPr>
        <p:grpSp>
          <p:nvGrpSpPr>
            <p:cNvPr id="33" name="Group 32">
              <a:extLst>
                <a:ext uri="{FF2B5EF4-FFF2-40B4-BE49-F238E27FC236}">
                  <a16:creationId xmlns:a16="http://schemas.microsoft.com/office/drawing/2014/main" id="{561977CE-E4EF-EF81-F623-96EFE4535069}"/>
                </a:ext>
              </a:extLst>
            </p:cNvPr>
            <p:cNvGrpSpPr/>
            <p:nvPr/>
          </p:nvGrpSpPr>
          <p:grpSpPr>
            <a:xfrm>
              <a:off x="0" y="0"/>
              <a:ext cx="502920" cy="5143500"/>
              <a:chOff x="0" y="0"/>
              <a:chExt cx="502920" cy="5143500"/>
            </a:xfrm>
          </p:grpSpPr>
          <p:sp>
            <p:nvSpPr>
              <p:cNvPr id="35" name="Shape 0">
                <a:extLst>
                  <a:ext uri="{FF2B5EF4-FFF2-40B4-BE49-F238E27FC236}">
                    <a16:creationId xmlns:a16="http://schemas.microsoft.com/office/drawing/2014/main" id="{03E3DC83-C41C-09D5-1423-816595A8B186}"/>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36" name="Shape 1">
                <a:extLst>
                  <a:ext uri="{FF2B5EF4-FFF2-40B4-BE49-F238E27FC236}">
                    <a16:creationId xmlns:a16="http://schemas.microsoft.com/office/drawing/2014/main" id="{4117B631-EC5F-624F-AB28-69E993CB3DE9}"/>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
          <p:nvSpPr>
            <p:cNvPr id="34" name="Text 2">
              <a:extLst>
                <a:ext uri="{FF2B5EF4-FFF2-40B4-BE49-F238E27FC236}">
                  <a16:creationId xmlns:a16="http://schemas.microsoft.com/office/drawing/2014/main" id="{4F835628-843E-A7F9-C73E-F752105F0A97}"/>
                </a:ext>
              </a:extLst>
            </p:cNvPr>
            <p:cNvSpPr/>
            <p:nvPr/>
          </p:nvSpPr>
          <p:spPr>
            <a:xfrm rot="16200000">
              <a:off x="-1303020" y="2340864"/>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PROPERTIES</a:t>
              </a:r>
              <a:endParaRPr lang="en-US" sz="13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1033272" y="457200"/>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04 — Brand Overview</a:t>
            </a:r>
            <a:endParaRPr lang="en-US" sz="1100" dirty="0"/>
          </a:p>
        </p:txBody>
      </p:sp>
      <p:sp>
        <p:nvSpPr>
          <p:cNvPr id="6" name="Text 4"/>
          <p:cNvSpPr/>
          <p:nvPr/>
        </p:nvSpPr>
        <p:spPr>
          <a:xfrm>
            <a:off x="1033272" y="777240"/>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ea typeface="Arial" pitchFamily="34" charset="-122"/>
                <a:cs typeface="Arial" pitchFamily="34" charset="-120"/>
              </a:rPr>
              <a:t>Built on trust. Driven by detail.</a:t>
            </a:r>
            <a:endParaRPr lang="en-US" sz="2800" dirty="0"/>
          </a:p>
        </p:txBody>
      </p:sp>
      <p:sp>
        <p:nvSpPr>
          <p:cNvPr id="7" name="Text 5"/>
          <p:cNvSpPr/>
          <p:nvPr/>
        </p:nvSpPr>
        <p:spPr>
          <a:xfrm>
            <a:off x="1033272" y="1600200"/>
            <a:ext cx="6858000" cy="914400"/>
          </a:xfrm>
          <a:prstGeom prst="rect">
            <a:avLst/>
          </a:prstGeom>
          <a:noFill/>
          <a:ln/>
        </p:spPr>
        <p:txBody>
          <a:bodyPr wrap="square" rtlCol="0" anchor="ctr"/>
          <a:lstStyle/>
          <a:p>
            <a:pPr marL="0" indent="0">
              <a:spcAft>
                <a:spcPts val="800"/>
              </a:spcAft>
              <a:buNone/>
            </a:pPr>
            <a:r>
              <a:rPr lang="en-US" sz="1300" dirty="0">
                <a:solidFill>
                  <a:srgbClr val="2B2B2B"/>
                </a:solidFill>
                <a:latin typeface="Arial" pitchFamily="34" charset="0"/>
                <a:ea typeface="Arial" pitchFamily="34" charset="-122"/>
                <a:cs typeface="Arial" pitchFamily="34" charset="-120"/>
              </a:rPr>
              <a:t>Patton Commercial Real Estate represents a standard of excellence in commercial property services. Our brand identity reflects the values our clients rely on precision, integrity, and a premium approach to every transaction.</a:t>
            </a:r>
            <a:endParaRPr lang="en-US" sz="1300" dirty="0"/>
          </a:p>
        </p:txBody>
      </p:sp>
      <p:sp>
        <p:nvSpPr>
          <p:cNvPr id="8" name="Shape 6"/>
          <p:cNvSpPr/>
          <p:nvPr/>
        </p:nvSpPr>
        <p:spPr>
          <a:xfrm>
            <a:off x="1033272" y="2880360"/>
            <a:ext cx="2148840" cy="1828800"/>
          </a:xfrm>
          <a:prstGeom prst="rect">
            <a:avLst/>
          </a:prstGeom>
          <a:solidFill>
            <a:srgbClr val="F7F5F0"/>
          </a:solidFill>
          <a:ln w="6350">
            <a:solidFill>
              <a:srgbClr val="D9D9D9"/>
            </a:solidFill>
            <a:prstDash val="solid"/>
          </a:ln>
        </p:spPr>
        <p:txBody>
          <a:bodyPr/>
          <a:lstStyle/>
          <a:p>
            <a:endParaRPr lang="en-US"/>
          </a:p>
        </p:txBody>
      </p:sp>
      <p:sp>
        <p:nvSpPr>
          <p:cNvPr id="9" name="Shape 7"/>
          <p:cNvSpPr/>
          <p:nvPr/>
        </p:nvSpPr>
        <p:spPr>
          <a:xfrm>
            <a:off x="1033272" y="2880360"/>
            <a:ext cx="2148840" cy="73152"/>
          </a:xfrm>
          <a:prstGeom prst="rect">
            <a:avLst/>
          </a:prstGeom>
          <a:solidFill>
            <a:srgbClr val="C6922E"/>
          </a:solidFill>
          <a:ln w="12700">
            <a:solidFill>
              <a:srgbClr val="C6922E"/>
            </a:solidFill>
            <a:prstDash val="solid"/>
          </a:ln>
        </p:spPr>
        <p:txBody>
          <a:bodyPr/>
          <a:lstStyle/>
          <a:p>
            <a:endParaRPr lang="en-US"/>
          </a:p>
        </p:txBody>
      </p:sp>
      <p:sp>
        <p:nvSpPr>
          <p:cNvPr id="10" name="Text 8"/>
          <p:cNvSpPr/>
          <p:nvPr/>
        </p:nvSpPr>
        <p:spPr>
          <a:xfrm>
            <a:off x="1216152" y="3108960"/>
            <a:ext cx="1783080" cy="320040"/>
          </a:xfrm>
          <a:prstGeom prst="rect">
            <a:avLst/>
          </a:prstGeom>
          <a:noFill/>
          <a:ln/>
        </p:spPr>
        <p:txBody>
          <a:bodyPr wrap="square" rtlCol="0" anchor="ctr"/>
          <a:lstStyle/>
          <a:p>
            <a:pPr marL="0" indent="0">
              <a:buNone/>
            </a:pPr>
            <a:r>
              <a:rPr lang="en-US" sz="1400" b="1" kern="0" spc="400" dirty="0">
                <a:solidFill>
                  <a:srgbClr val="2B2B2B"/>
                </a:solidFill>
                <a:latin typeface="Arial" pitchFamily="34" charset="0"/>
                <a:ea typeface="Arial" pitchFamily="34" charset="-122"/>
                <a:cs typeface="Arial" pitchFamily="34" charset="-120"/>
              </a:rPr>
              <a:t>PRECISION</a:t>
            </a:r>
            <a:endParaRPr lang="en-US" sz="1400" dirty="0"/>
          </a:p>
        </p:txBody>
      </p:sp>
      <p:sp>
        <p:nvSpPr>
          <p:cNvPr id="11" name="Text 9"/>
          <p:cNvSpPr/>
          <p:nvPr/>
        </p:nvSpPr>
        <p:spPr>
          <a:xfrm>
            <a:off x="1216152" y="3520440"/>
            <a:ext cx="1783080" cy="1097280"/>
          </a:xfrm>
          <a:prstGeom prst="rect">
            <a:avLst/>
          </a:prstGeom>
          <a:noFill/>
          <a:ln/>
        </p:spPr>
        <p:txBody>
          <a:bodyPr wrap="square" rtlCol="0" anchor="ctr"/>
          <a:lstStyle/>
          <a:p>
            <a:pPr marL="0" indent="0">
              <a:buNone/>
            </a:pPr>
            <a:r>
              <a:rPr lang="en-US" sz="1100" dirty="0">
                <a:solidFill>
                  <a:srgbClr val="7A7A7A"/>
                </a:solidFill>
                <a:latin typeface="Arial" pitchFamily="34" charset="0"/>
                <a:ea typeface="Arial" pitchFamily="34" charset="-122"/>
                <a:cs typeface="Arial" pitchFamily="34" charset="-120"/>
              </a:rPr>
              <a:t>Every detail considered.</a:t>
            </a:r>
            <a:endParaRPr lang="en-US" sz="1100" dirty="0"/>
          </a:p>
          <a:p>
            <a:pPr marL="0" indent="0">
              <a:buNone/>
            </a:pPr>
            <a:r>
              <a:rPr lang="en-US" sz="1100" dirty="0">
                <a:solidFill>
                  <a:srgbClr val="7A7A7A"/>
                </a:solidFill>
                <a:latin typeface="Arial" pitchFamily="34" charset="0"/>
                <a:ea typeface="Arial" pitchFamily="34" charset="-122"/>
                <a:cs typeface="Arial" pitchFamily="34" charset="-120"/>
              </a:rPr>
              <a:t>Every number verified.</a:t>
            </a:r>
            <a:endParaRPr lang="en-US" sz="1100" dirty="0"/>
          </a:p>
        </p:txBody>
      </p:sp>
      <p:sp>
        <p:nvSpPr>
          <p:cNvPr id="12" name="Shape 10"/>
          <p:cNvSpPr/>
          <p:nvPr/>
        </p:nvSpPr>
        <p:spPr>
          <a:xfrm>
            <a:off x="3364992" y="2880360"/>
            <a:ext cx="2148840" cy="1828800"/>
          </a:xfrm>
          <a:prstGeom prst="rect">
            <a:avLst/>
          </a:prstGeom>
          <a:solidFill>
            <a:srgbClr val="F7F5F0"/>
          </a:solidFill>
          <a:ln w="6350">
            <a:solidFill>
              <a:srgbClr val="D9D9D9"/>
            </a:solidFill>
            <a:prstDash val="solid"/>
          </a:ln>
        </p:spPr>
        <p:txBody>
          <a:bodyPr/>
          <a:lstStyle/>
          <a:p>
            <a:endParaRPr lang="en-US"/>
          </a:p>
        </p:txBody>
      </p:sp>
      <p:sp>
        <p:nvSpPr>
          <p:cNvPr id="13" name="Shape 11"/>
          <p:cNvSpPr/>
          <p:nvPr/>
        </p:nvSpPr>
        <p:spPr>
          <a:xfrm>
            <a:off x="3364992" y="2880360"/>
            <a:ext cx="2148840" cy="73152"/>
          </a:xfrm>
          <a:prstGeom prst="rect">
            <a:avLst/>
          </a:prstGeom>
          <a:solidFill>
            <a:srgbClr val="C6922E"/>
          </a:solidFill>
          <a:ln w="12700">
            <a:solidFill>
              <a:srgbClr val="C6922E"/>
            </a:solidFill>
            <a:prstDash val="solid"/>
          </a:ln>
        </p:spPr>
        <p:txBody>
          <a:bodyPr/>
          <a:lstStyle/>
          <a:p>
            <a:endParaRPr lang="en-US"/>
          </a:p>
        </p:txBody>
      </p:sp>
      <p:sp>
        <p:nvSpPr>
          <p:cNvPr id="14" name="Text 12"/>
          <p:cNvSpPr/>
          <p:nvPr/>
        </p:nvSpPr>
        <p:spPr>
          <a:xfrm>
            <a:off x="3547872" y="3108960"/>
            <a:ext cx="1783080" cy="320040"/>
          </a:xfrm>
          <a:prstGeom prst="rect">
            <a:avLst/>
          </a:prstGeom>
          <a:noFill/>
          <a:ln/>
        </p:spPr>
        <p:txBody>
          <a:bodyPr wrap="square" rtlCol="0" anchor="ctr"/>
          <a:lstStyle/>
          <a:p>
            <a:pPr marL="0" indent="0">
              <a:buNone/>
            </a:pPr>
            <a:r>
              <a:rPr lang="en-US" sz="1400" b="1" kern="0" spc="400" dirty="0">
                <a:solidFill>
                  <a:srgbClr val="2B2B2B"/>
                </a:solidFill>
                <a:latin typeface="Arial" pitchFamily="34" charset="0"/>
                <a:ea typeface="Arial" pitchFamily="34" charset="-122"/>
                <a:cs typeface="Arial" pitchFamily="34" charset="-120"/>
              </a:rPr>
              <a:t>INTEGRITY</a:t>
            </a:r>
            <a:endParaRPr lang="en-US" sz="1400" dirty="0"/>
          </a:p>
        </p:txBody>
      </p:sp>
      <p:sp>
        <p:nvSpPr>
          <p:cNvPr id="15" name="Text 13"/>
          <p:cNvSpPr/>
          <p:nvPr/>
        </p:nvSpPr>
        <p:spPr>
          <a:xfrm>
            <a:off x="3547872" y="3520440"/>
            <a:ext cx="1783080" cy="1097280"/>
          </a:xfrm>
          <a:prstGeom prst="rect">
            <a:avLst/>
          </a:prstGeom>
          <a:noFill/>
          <a:ln/>
        </p:spPr>
        <p:txBody>
          <a:bodyPr wrap="square" rtlCol="0" anchor="ctr"/>
          <a:lstStyle/>
          <a:p>
            <a:pPr marL="0" indent="0">
              <a:buNone/>
            </a:pPr>
            <a:r>
              <a:rPr lang="en-US" sz="1100" dirty="0">
                <a:solidFill>
                  <a:srgbClr val="7A7A7A"/>
                </a:solidFill>
                <a:latin typeface="Arial" pitchFamily="34" charset="0"/>
                <a:ea typeface="Arial" pitchFamily="34" charset="-122"/>
                <a:cs typeface="Arial" pitchFamily="34" charset="-120"/>
              </a:rPr>
              <a:t>Transparent dealings.</a:t>
            </a:r>
            <a:endParaRPr lang="en-US" sz="1100" dirty="0"/>
          </a:p>
          <a:p>
            <a:pPr marL="0" indent="0">
              <a:buNone/>
            </a:pPr>
            <a:r>
              <a:rPr lang="en-US" sz="1100" dirty="0">
                <a:solidFill>
                  <a:srgbClr val="7A7A7A"/>
                </a:solidFill>
                <a:latin typeface="Arial" pitchFamily="34" charset="0"/>
                <a:ea typeface="Arial" pitchFamily="34" charset="-122"/>
                <a:cs typeface="Arial" pitchFamily="34" charset="-120"/>
              </a:rPr>
              <a:t>Lasting relationships.</a:t>
            </a:r>
            <a:endParaRPr lang="en-US" sz="1100" dirty="0"/>
          </a:p>
        </p:txBody>
      </p:sp>
      <p:sp>
        <p:nvSpPr>
          <p:cNvPr id="16" name="Shape 14"/>
          <p:cNvSpPr/>
          <p:nvPr/>
        </p:nvSpPr>
        <p:spPr>
          <a:xfrm>
            <a:off x="5696712" y="2880360"/>
            <a:ext cx="2148840" cy="1828800"/>
          </a:xfrm>
          <a:prstGeom prst="rect">
            <a:avLst/>
          </a:prstGeom>
          <a:solidFill>
            <a:srgbClr val="F7F5F0"/>
          </a:solidFill>
          <a:ln w="6350">
            <a:solidFill>
              <a:srgbClr val="D9D9D9"/>
            </a:solidFill>
            <a:prstDash val="solid"/>
          </a:ln>
        </p:spPr>
        <p:txBody>
          <a:bodyPr/>
          <a:lstStyle/>
          <a:p>
            <a:endParaRPr lang="en-US"/>
          </a:p>
        </p:txBody>
      </p:sp>
      <p:sp>
        <p:nvSpPr>
          <p:cNvPr id="17" name="Shape 15"/>
          <p:cNvSpPr/>
          <p:nvPr/>
        </p:nvSpPr>
        <p:spPr>
          <a:xfrm>
            <a:off x="5696712" y="2880360"/>
            <a:ext cx="2148840" cy="73152"/>
          </a:xfrm>
          <a:prstGeom prst="rect">
            <a:avLst/>
          </a:prstGeom>
          <a:solidFill>
            <a:srgbClr val="C6922E"/>
          </a:solidFill>
          <a:ln w="12700">
            <a:solidFill>
              <a:srgbClr val="C6922E"/>
            </a:solidFill>
            <a:prstDash val="solid"/>
          </a:ln>
        </p:spPr>
        <p:txBody>
          <a:bodyPr/>
          <a:lstStyle/>
          <a:p>
            <a:endParaRPr lang="en-US"/>
          </a:p>
        </p:txBody>
      </p:sp>
      <p:sp>
        <p:nvSpPr>
          <p:cNvPr id="18" name="Text 16"/>
          <p:cNvSpPr/>
          <p:nvPr/>
        </p:nvSpPr>
        <p:spPr>
          <a:xfrm>
            <a:off x="5879592" y="3108960"/>
            <a:ext cx="1783080" cy="320040"/>
          </a:xfrm>
          <a:prstGeom prst="rect">
            <a:avLst/>
          </a:prstGeom>
          <a:noFill/>
          <a:ln/>
        </p:spPr>
        <p:txBody>
          <a:bodyPr wrap="square" rtlCol="0" anchor="ctr"/>
          <a:lstStyle/>
          <a:p>
            <a:pPr marL="0" indent="0">
              <a:buNone/>
            </a:pPr>
            <a:r>
              <a:rPr lang="en-US" sz="1400" b="1" kern="0" spc="400" dirty="0">
                <a:solidFill>
                  <a:srgbClr val="2B2B2B"/>
                </a:solidFill>
                <a:latin typeface="Arial" pitchFamily="34" charset="0"/>
                <a:ea typeface="Arial" pitchFamily="34" charset="-122"/>
                <a:cs typeface="Arial" pitchFamily="34" charset="-120"/>
              </a:rPr>
              <a:t>PREMIUM</a:t>
            </a:r>
            <a:endParaRPr lang="en-US" sz="1400" dirty="0"/>
          </a:p>
        </p:txBody>
      </p:sp>
      <p:sp>
        <p:nvSpPr>
          <p:cNvPr id="19" name="Text 17"/>
          <p:cNvSpPr/>
          <p:nvPr/>
        </p:nvSpPr>
        <p:spPr>
          <a:xfrm>
            <a:off x="5879592" y="3520440"/>
            <a:ext cx="1783080" cy="1097280"/>
          </a:xfrm>
          <a:prstGeom prst="rect">
            <a:avLst/>
          </a:prstGeom>
          <a:noFill/>
          <a:ln/>
        </p:spPr>
        <p:txBody>
          <a:bodyPr wrap="square" rtlCol="0" anchor="ctr"/>
          <a:lstStyle/>
          <a:p>
            <a:pPr marL="0" indent="0">
              <a:buNone/>
            </a:pPr>
            <a:r>
              <a:rPr lang="en-US" sz="1100" dirty="0">
                <a:solidFill>
                  <a:srgbClr val="7A7A7A"/>
                </a:solidFill>
                <a:latin typeface="Arial" pitchFamily="34" charset="0"/>
                <a:ea typeface="Arial" pitchFamily="34" charset="-122"/>
                <a:cs typeface="Arial" pitchFamily="34" charset="-120"/>
              </a:rPr>
              <a:t>Sophisticated service.</a:t>
            </a:r>
            <a:endParaRPr lang="en-US" sz="1100" dirty="0"/>
          </a:p>
          <a:p>
            <a:pPr marL="0" indent="0">
              <a:buNone/>
            </a:pPr>
            <a:r>
              <a:rPr lang="en-US" sz="1100" dirty="0">
                <a:solidFill>
                  <a:srgbClr val="7A7A7A"/>
                </a:solidFill>
                <a:latin typeface="Arial" pitchFamily="34" charset="0"/>
                <a:ea typeface="Arial" pitchFamily="34" charset="-122"/>
                <a:cs typeface="Arial" pitchFamily="34" charset="-120"/>
              </a:rPr>
              <a:t>Uncompromising standards.</a:t>
            </a:r>
            <a:endParaRPr lang="en-US" sz="1100" dirty="0"/>
          </a:p>
        </p:txBody>
      </p:sp>
      <p:grpSp>
        <p:nvGrpSpPr>
          <p:cNvPr id="20" name="Group 19">
            <a:extLst>
              <a:ext uri="{FF2B5EF4-FFF2-40B4-BE49-F238E27FC236}">
                <a16:creationId xmlns:a16="http://schemas.microsoft.com/office/drawing/2014/main" id="{0B705E9F-642A-8E95-EE65-21F310D85AA4}"/>
              </a:ext>
            </a:extLst>
          </p:cNvPr>
          <p:cNvGrpSpPr/>
          <p:nvPr/>
        </p:nvGrpSpPr>
        <p:grpSpPr>
          <a:xfrm>
            <a:off x="-228600" y="0"/>
            <a:ext cx="914400" cy="5143500"/>
            <a:chOff x="-228600" y="0"/>
            <a:chExt cx="914400" cy="5143500"/>
          </a:xfrm>
        </p:grpSpPr>
        <p:grpSp>
          <p:nvGrpSpPr>
            <p:cNvPr id="21" name="Group 20">
              <a:extLst>
                <a:ext uri="{FF2B5EF4-FFF2-40B4-BE49-F238E27FC236}">
                  <a16:creationId xmlns:a16="http://schemas.microsoft.com/office/drawing/2014/main" id="{B5171D1C-137F-E58C-A833-8520AABA63BC}"/>
                </a:ext>
              </a:extLst>
            </p:cNvPr>
            <p:cNvGrpSpPr/>
            <p:nvPr/>
          </p:nvGrpSpPr>
          <p:grpSpPr>
            <a:xfrm>
              <a:off x="0" y="0"/>
              <a:ext cx="502920" cy="5143500"/>
              <a:chOff x="0" y="0"/>
              <a:chExt cx="502920" cy="5143500"/>
            </a:xfrm>
          </p:grpSpPr>
          <p:sp>
            <p:nvSpPr>
              <p:cNvPr id="23" name="Shape 0">
                <a:extLst>
                  <a:ext uri="{FF2B5EF4-FFF2-40B4-BE49-F238E27FC236}">
                    <a16:creationId xmlns:a16="http://schemas.microsoft.com/office/drawing/2014/main" id="{D0EFDCAE-547C-F9AE-2C26-B41B87835509}"/>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24" name="Shape 1">
                <a:extLst>
                  <a:ext uri="{FF2B5EF4-FFF2-40B4-BE49-F238E27FC236}">
                    <a16:creationId xmlns:a16="http://schemas.microsoft.com/office/drawing/2014/main" id="{C867C6D4-3E7C-9C07-85A0-6F6492F74DAC}"/>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
          <p:nvSpPr>
            <p:cNvPr id="22" name="Text 2">
              <a:extLst>
                <a:ext uri="{FF2B5EF4-FFF2-40B4-BE49-F238E27FC236}">
                  <a16:creationId xmlns:a16="http://schemas.microsoft.com/office/drawing/2014/main" id="{52A2E02F-80F6-81FA-0F2A-BF634306233E}"/>
                </a:ext>
              </a:extLst>
            </p:cNvPr>
            <p:cNvSpPr/>
            <p:nvPr/>
          </p:nvSpPr>
          <p:spPr>
            <a:xfrm rot="16200000">
              <a:off x="-1303020" y="2340864"/>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OVERVIEW</a:t>
              </a:r>
              <a:endParaRPr lang="en-US" sz="13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1128306" y="333563"/>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05 — Title</a:t>
            </a:r>
            <a:endParaRPr lang="en-US" sz="1100" dirty="0"/>
          </a:p>
        </p:txBody>
      </p:sp>
      <p:sp>
        <p:nvSpPr>
          <p:cNvPr id="6" name="Text 4"/>
          <p:cNvSpPr/>
          <p:nvPr/>
        </p:nvSpPr>
        <p:spPr>
          <a:xfrm>
            <a:off x="1128306" y="653603"/>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ea typeface="Arial" pitchFamily="34" charset="-122"/>
                <a:cs typeface="Arial" pitchFamily="34" charset="-120"/>
              </a:rPr>
              <a:t>Title</a:t>
            </a:r>
            <a:endParaRPr lang="en-US" sz="2800" dirty="0"/>
          </a:p>
        </p:txBody>
      </p:sp>
      <p:grpSp>
        <p:nvGrpSpPr>
          <p:cNvPr id="10" name="Group 9">
            <a:extLst>
              <a:ext uri="{FF2B5EF4-FFF2-40B4-BE49-F238E27FC236}">
                <a16:creationId xmlns:a16="http://schemas.microsoft.com/office/drawing/2014/main" id="{B77CCBAD-7146-BB37-9E94-19332D4C316C}"/>
              </a:ext>
            </a:extLst>
          </p:cNvPr>
          <p:cNvGrpSpPr/>
          <p:nvPr/>
        </p:nvGrpSpPr>
        <p:grpSpPr>
          <a:xfrm>
            <a:off x="-228600" y="0"/>
            <a:ext cx="914400" cy="5143500"/>
            <a:chOff x="-228600" y="0"/>
            <a:chExt cx="914400" cy="5143500"/>
          </a:xfrm>
        </p:grpSpPr>
        <p:grpSp>
          <p:nvGrpSpPr>
            <p:cNvPr id="16" name="Group 15">
              <a:extLst>
                <a:ext uri="{FF2B5EF4-FFF2-40B4-BE49-F238E27FC236}">
                  <a16:creationId xmlns:a16="http://schemas.microsoft.com/office/drawing/2014/main" id="{C40CDC36-9979-A5BB-DD9A-C4F784F7E722}"/>
                </a:ext>
              </a:extLst>
            </p:cNvPr>
            <p:cNvGrpSpPr/>
            <p:nvPr/>
          </p:nvGrpSpPr>
          <p:grpSpPr>
            <a:xfrm>
              <a:off x="0" y="0"/>
              <a:ext cx="502920" cy="5143500"/>
              <a:chOff x="0" y="0"/>
              <a:chExt cx="502920" cy="5143500"/>
            </a:xfrm>
          </p:grpSpPr>
          <p:sp>
            <p:nvSpPr>
              <p:cNvPr id="18" name="Shape 0">
                <a:extLst>
                  <a:ext uri="{FF2B5EF4-FFF2-40B4-BE49-F238E27FC236}">
                    <a16:creationId xmlns:a16="http://schemas.microsoft.com/office/drawing/2014/main" id="{0BE1B8C6-B3B3-5026-6EC0-069561AB8F4B}"/>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19" name="Shape 1">
                <a:extLst>
                  <a:ext uri="{FF2B5EF4-FFF2-40B4-BE49-F238E27FC236}">
                    <a16:creationId xmlns:a16="http://schemas.microsoft.com/office/drawing/2014/main" id="{0FDE0D14-F324-F3DF-A512-2CA5E578F428}"/>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
          <p:nvSpPr>
            <p:cNvPr id="17" name="Text 2">
              <a:extLst>
                <a:ext uri="{FF2B5EF4-FFF2-40B4-BE49-F238E27FC236}">
                  <a16:creationId xmlns:a16="http://schemas.microsoft.com/office/drawing/2014/main" id="{494B4163-F202-3F79-2A0A-82A3D1855883}"/>
                </a:ext>
              </a:extLst>
            </p:cNvPr>
            <p:cNvSpPr/>
            <p:nvPr/>
          </p:nvSpPr>
          <p:spPr>
            <a:xfrm rot="16200000">
              <a:off x="-1303020" y="2340864"/>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LOGO</a:t>
              </a:r>
              <a:endParaRPr lang="en-US" sz="1300" dirty="0"/>
            </a:p>
          </p:txBody>
        </p:sp>
      </p:grpSp>
      <p:sp>
        <p:nvSpPr>
          <p:cNvPr id="20" name="Rectangle 19">
            <a:extLst>
              <a:ext uri="{FF2B5EF4-FFF2-40B4-BE49-F238E27FC236}">
                <a16:creationId xmlns:a16="http://schemas.microsoft.com/office/drawing/2014/main" id="{DA7345AC-FCA9-69BB-748B-2D48B3257DA5}"/>
              </a:ext>
            </a:extLst>
          </p:cNvPr>
          <p:cNvSpPr/>
          <p:nvPr/>
        </p:nvSpPr>
        <p:spPr>
          <a:xfrm>
            <a:off x="1128306" y="1448873"/>
            <a:ext cx="3397974" cy="312312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C2097A0-57FE-0616-CBA2-C29EC81664C6}"/>
              </a:ext>
            </a:extLst>
          </p:cNvPr>
          <p:cNvSpPr/>
          <p:nvPr/>
        </p:nvSpPr>
        <p:spPr>
          <a:xfrm>
            <a:off x="4876060" y="1448872"/>
            <a:ext cx="3397974" cy="3123127"/>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66900DB-7B30-790B-7FEC-3A1FD7C83EC5}"/>
              </a:ext>
            </a:extLst>
          </p:cNvPr>
          <p:cNvSpPr txBox="1"/>
          <p:nvPr/>
        </p:nvSpPr>
        <p:spPr>
          <a:xfrm>
            <a:off x="4876060" y="1572864"/>
            <a:ext cx="2929943" cy="369332"/>
          </a:xfrm>
          <a:prstGeom prst="rect">
            <a:avLst/>
          </a:prstGeom>
          <a:noFill/>
        </p:spPr>
        <p:txBody>
          <a:bodyPr wrap="square" rtlCol="0">
            <a:spAutoFit/>
          </a:bodyPr>
          <a:lstStyle/>
          <a:p>
            <a:r>
              <a:rPr lang="en-US" dirty="0"/>
              <a:t>TEXT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rot="16200000">
            <a:off x="-914400" y="2114550"/>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VARIATIONS</a:t>
            </a:r>
            <a:endParaRPr lang="en-US" sz="1300" dirty="0"/>
          </a:p>
        </p:txBody>
      </p:sp>
      <p:sp>
        <p:nvSpPr>
          <p:cNvPr id="5" name="Text 3"/>
          <p:cNvSpPr/>
          <p:nvPr/>
        </p:nvSpPr>
        <p:spPr>
          <a:xfrm>
            <a:off x="1062510" y="444322"/>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06 — Title</a:t>
            </a:r>
            <a:endParaRPr lang="en-US" sz="1100" dirty="0"/>
          </a:p>
        </p:txBody>
      </p:sp>
      <p:sp>
        <p:nvSpPr>
          <p:cNvPr id="6" name="Text 4"/>
          <p:cNvSpPr/>
          <p:nvPr/>
        </p:nvSpPr>
        <p:spPr>
          <a:xfrm>
            <a:off x="1062510" y="764362"/>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ea typeface="Arial" pitchFamily="34" charset="-122"/>
                <a:cs typeface="Arial" pitchFamily="34" charset="-120"/>
              </a:rPr>
              <a:t>Title</a:t>
            </a:r>
            <a:endParaRPr lang="en-US" sz="2800" dirty="0"/>
          </a:p>
        </p:txBody>
      </p:sp>
      <p:sp>
        <p:nvSpPr>
          <p:cNvPr id="21" name="Text 16"/>
          <p:cNvSpPr/>
          <p:nvPr/>
        </p:nvSpPr>
        <p:spPr>
          <a:xfrm>
            <a:off x="5725950" y="2867482"/>
            <a:ext cx="2148840" cy="274320"/>
          </a:xfrm>
          <a:prstGeom prst="rect">
            <a:avLst/>
          </a:prstGeom>
          <a:noFill/>
          <a:ln/>
        </p:spPr>
        <p:txBody>
          <a:bodyPr wrap="square" rtlCol="0" anchor="ctr"/>
          <a:lstStyle/>
          <a:p>
            <a:pPr marL="0" indent="0" algn="ctr">
              <a:buNone/>
            </a:pPr>
            <a:r>
              <a:rPr lang="en-US" sz="1600" b="1" kern="0" spc="400" dirty="0">
                <a:solidFill>
                  <a:srgbClr val="FFFFFF"/>
                </a:solidFill>
                <a:latin typeface="Arial" pitchFamily="34" charset="0"/>
                <a:ea typeface="Arial" pitchFamily="34" charset="-122"/>
                <a:cs typeface="Arial" pitchFamily="34" charset="-120"/>
              </a:rPr>
              <a:t>PATTON</a:t>
            </a:r>
            <a:endParaRPr lang="en-US" sz="1600" dirty="0"/>
          </a:p>
        </p:txBody>
      </p:sp>
      <p:sp>
        <p:nvSpPr>
          <p:cNvPr id="29" name="TextBox 28">
            <a:extLst>
              <a:ext uri="{FF2B5EF4-FFF2-40B4-BE49-F238E27FC236}">
                <a16:creationId xmlns:a16="http://schemas.microsoft.com/office/drawing/2014/main" id="{69438C1E-4453-A68A-51E8-FD5565BCBF0A}"/>
              </a:ext>
            </a:extLst>
          </p:cNvPr>
          <p:cNvSpPr txBox="1"/>
          <p:nvPr/>
        </p:nvSpPr>
        <p:spPr>
          <a:xfrm>
            <a:off x="4847938" y="3118157"/>
            <a:ext cx="3870250" cy="215444"/>
          </a:xfrm>
          <a:prstGeom prst="rect">
            <a:avLst/>
          </a:prstGeom>
          <a:noFill/>
        </p:spPr>
        <p:txBody>
          <a:bodyPr wrap="square">
            <a:spAutoFit/>
          </a:bodyPr>
          <a:lstStyle/>
          <a:p>
            <a:pPr algn="ctr"/>
            <a:r>
              <a:rPr lang="en-US" sz="780" dirty="0">
                <a:solidFill>
                  <a:schemeClr val="bg1"/>
                </a:solidFill>
              </a:rPr>
              <a:t>COMMERCIAL REAL ESTATE</a:t>
            </a:r>
          </a:p>
        </p:txBody>
      </p:sp>
      <p:grpSp>
        <p:nvGrpSpPr>
          <p:cNvPr id="22" name="Group 21">
            <a:extLst>
              <a:ext uri="{FF2B5EF4-FFF2-40B4-BE49-F238E27FC236}">
                <a16:creationId xmlns:a16="http://schemas.microsoft.com/office/drawing/2014/main" id="{FA7E527F-A1F6-A0E4-A149-B87846EC714C}"/>
              </a:ext>
            </a:extLst>
          </p:cNvPr>
          <p:cNvGrpSpPr/>
          <p:nvPr/>
        </p:nvGrpSpPr>
        <p:grpSpPr>
          <a:xfrm>
            <a:off x="0" y="0"/>
            <a:ext cx="502920" cy="5143500"/>
            <a:chOff x="0" y="0"/>
            <a:chExt cx="502920" cy="5143500"/>
          </a:xfrm>
        </p:grpSpPr>
        <p:sp>
          <p:nvSpPr>
            <p:cNvPr id="26" name="Shape 0">
              <a:extLst>
                <a:ext uri="{FF2B5EF4-FFF2-40B4-BE49-F238E27FC236}">
                  <a16:creationId xmlns:a16="http://schemas.microsoft.com/office/drawing/2014/main" id="{C62DEBDD-B1AF-F11B-336F-C511CCD34D5F}"/>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30" name="Shape 1">
              <a:extLst>
                <a:ext uri="{FF2B5EF4-FFF2-40B4-BE49-F238E27FC236}">
                  <a16:creationId xmlns:a16="http://schemas.microsoft.com/office/drawing/2014/main" id="{FF26AB9B-084B-2549-5235-CA102CFCE040}"/>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
        <p:nvSpPr>
          <p:cNvPr id="31" name="Rectangle 30">
            <a:extLst>
              <a:ext uri="{FF2B5EF4-FFF2-40B4-BE49-F238E27FC236}">
                <a16:creationId xmlns:a16="http://schemas.microsoft.com/office/drawing/2014/main" id="{39634935-15FE-5CFE-D7C3-A8B6CB7A621A}"/>
              </a:ext>
            </a:extLst>
          </p:cNvPr>
          <p:cNvSpPr/>
          <p:nvPr/>
        </p:nvSpPr>
        <p:spPr>
          <a:xfrm>
            <a:off x="1128306" y="1448873"/>
            <a:ext cx="2000616" cy="3123127"/>
          </a:xfrm>
          <a:prstGeom prst="rect">
            <a:avLst/>
          </a:prstGeom>
          <a:solidFill>
            <a:srgbClr val="C6922E"/>
          </a:solidFill>
          <a:ln>
            <a:solidFill>
              <a:srgbClr val="C692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0B2AAB1-3802-C8E8-741D-A28DFBDDA094}"/>
              </a:ext>
            </a:extLst>
          </p:cNvPr>
          <p:cNvSpPr/>
          <p:nvPr/>
        </p:nvSpPr>
        <p:spPr>
          <a:xfrm>
            <a:off x="3540731" y="1448873"/>
            <a:ext cx="5088113" cy="312312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07D1FD-094F-ACFE-2A15-242972B3E8F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31C80B6-7447-5C4D-C73F-6BEB044B8CB9}"/>
              </a:ext>
            </a:extLst>
          </p:cNvPr>
          <p:cNvSpPr/>
          <p:nvPr/>
        </p:nvSpPr>
        <p:spPr>
          <a:xfrm rot="16200000">
            <a:off x="-914400" y="2114550"/>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VARIATIONS</a:t>
            </a:r>
            <a:endParaRPr lang="en-US" sz="1300" dirty="0"/>
          </a:p>
        </p:txBody>
      </p:sp>
      <p:sp>
        <p:nvSpPr>
          <p:cNvPr id="5" name="Text 3">
            <a:extLst>
              <a:ext uri="{FF2B5EF4-FFF2-40B4-BE49-F238E27FC236}">
                <a16:creationId xmlns:a16="http://schemas.microsoft.com/office/drawing/2014/main" id="{4FAD1003-EB2F-C586-C8D9-CE881198B2AF}"/>
              </a:ext>
            </a:extLst>
          </p:cNvPr>
          <p:cNvSpPr/>
          <p:nvPr/>
        </p:nvSpPr>
        <p:spPr>
          <a:xfrm>
            <a:off x="1062510" y="444322"/>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07 — Title</a:t>
            </a:r>
            <a:endParaRPr lang="en-US" sz="1100" dirty="0"/>
          </a:p>
        </p:txBody>
      </p:sp>
      <p:sp>
        <p:nvSpPr>
          <p:cNvPr id="6" name="Text 4">
            <a:extLst>
              <a:ext uri="{FF2B5EF4-FFF2-40B4-BE49-F238E27FC236}">
                <a16:creationId xmlns:a16="http://schemas.microsoft.com/office/drawing/2014/main" id="{C62AC75F-0CB4-C380-CCD5-2A3BBECE6CCA}"/>
              </a:ext>
            </a:extLst>
          </p:cNvPr>
          <p:cNvSpPr/>
          <p:nvPr/>
        </p:nvSpPr>
        <p:spPr>
          <a:xfrm>
            <a:off x="1062510" y="764362"/>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ea typeface="Arial" pitchFamily="34" charset="-122"/>
                <a:cs typeface="Arial" pitchFamily="34" charset="-120"/>
              </a:rPr>
              <a:t>Title</a:t>
            </a:r>
            <a:endParaRPr lang="en-US" sz="2800" dirty="0"/>
          </a:p>
        </p:txBody>
      </p:sp>
      <p:sp>
        <p:nvSpPr>
          <p:cNvPr id="21" name="Text 16">
            <a:extLst>
              <a:ext uri="{FF2B5EF4-FFF2-40B4-BE49-F238E27FC236}">
                <a16:creationId xmlns:a16="http://schemas.microsoft.com/office/drawing/2014/main" id="{DF96747F-7943-A721-BC4D-26530627BBD2}"/>
              </a:ext>
            </a:extLst>
          </p:cNvPr>
          <p:cNvSpPr/>
          <p:nvPr/>
        </p:nvSpPr>
        <p:spPr>
          <a:xfrm>
            <a:off x="5725950" y="2867482"/>
            <a:ext cx="2148840" cy="274320"/>
          </a:xfrm>
          <a:prstGeom prst="rect">
            <a:avLst/>
          </a:prstGeom>
          <a:noFill/>
          <a:ln/>
        </p:spPr>
        <p:txBody>
          <a:bodyPr wrap="square" rtlCol="0" anchor="ctr"/>
          <a:lstStyle/>
          <a:p>
            <a:pPr marL="0" indent="0" algn="ctr">
              <a:buNone/>
            </a:pPr>
            <a:r>
              <a:rPr lang="en-US" sz="1600" b="1" kern="0" spc="400" dirty="0">
                <a:solidFill>
                  <a:srgbClr val="FFFFFF"/>
                </a:solidFill>
                <a:latin typeface="Arial" pitchFamily="34" charset="0"/>
                <a:ea typeface="Arial" pitchFamily="34" charset="-122"/>
                <a:cs typeface="Arial" pitchFamily="34" charset="-120"/>
              </a:rPr>
              <a:t>PATTON</a:t>
            </a:r>
            <a:endParaRPr lang="en-US" sz="1600" dirty="0"/>
          </a:p>
        </p:txBody>
      </p:sp>
      <p:sp>
        <p:nvSpPr>
          <p:cNvPr id="29" name="TextBox 28">
            <a:extLst>
              <a:ext uri="{FF2B5EF4-FFF2-40B4-BE49-F238E27FC236}">
                <a16:creationId xmlns:a16="http://schemas.microsoft.com/office/drawing/2014/main" id="{ECBABB4B-DB50-00A8-A7CF-2E8D2498FCC4}"/>
              </a:ext>
            </a:extLst>
          </p:cNvPr>
          <p:cNvSpPr txBox="1"/>
          <p:nvPr/>
        </p:nvSpPr>
        <p:spPr>
          <a:xfrm>
            <a:off x="4847938" y="3118157"/>
            <a:ext cx="3870250" cy="215444"/>
          </a:xfrm>
          <a:prstGeom prst="rect">
            <a:avLst/>
          </a:prstGeom>
          <a:noFill/>
        </p:spPr>
        <p:txBody>
          <a:bodyPr wrap="square">
            <a:spAutoFit/>
          </a:bodyPr>
          <a:lstStyle/>
          <a:p>
            <a:pPr algn="ctr"/>
            <a:r>
              <a:rPr lang="en-US" sz="780" dirty="0">
                <a:solidFill>
                  <a:schemeClr val="bg1"/>
                </a:solidFill>
              </a:rPr>
              <a:t>COMMERCIAL REAL ESTATE</a:t>
            </a:r>
          </a:p>
        </p:txBody>
      </p:sp>
      <p:grpSp>
        <p:nvGrpSpPr>
          <p:cNvPr id="22" name="Group 21">
            <a:extLst>
              <a:ext uri="{FF2B5EF4-FFF2-40B4-BE49-F238E27FC236}">
                <a16:creationId xmlns:a16="http://schemas.microsoft.com/office/drawing/2014/main" id="{C1C5D9C7-BA0A-1677-F800-8A7BEE01DB30}"/>
              </a:ext>
            </a:extLst>
          </p:cNvPr>
          <p:cNvGrpSpPr/>
          <p:nvPr/>
        </p:nvGrpSpPr>
        <p:grpSpPr>
          <a:xfrm>
            <a:off x="0" y="0"/>
            <a:ext cx="502920" cy="5143500"/>
            <a:chOff x="0" y="0"/>
            <a:chExt cx="502920" cy="5143500"/>
          </a:xfrm>
        </p:grpSpPr>
        <p:sp>
          <p:nvSpPr>
            <p:cNvPr id="26" name="Shape 0">
              <a:extLst>
                <a:ext uri="{FF2B5EF4-FFF2-40B4-BE49-F238E27FC236}">
                  <a16:creationId xmlns:a16="http://schemas.microsoft.com/office/drawing/2014/main" id="{12A82010-2816-2805-2476-B0705E34351A}"/>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30" name="Shape 1">
              <a:extLst>
                <a:ext uri="{FF2B5EF4-FFF2-40B4-BE49-F238E27FC236}">
                  <a16:creationId xmlns:a16="http://schemas.microsoft.com/office/drawing/2014/main" id="{98C0CB2B-7FE6-BFD1-F623-8C83FE20C90F}"/>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
        <p:nvSpPr>
          <p:cNvPr id="2" name="Rectangle 1">
            <a:extLst>
              <a:ext uri="{FF2B5EF4-FFF2-40B4-BE49-F238E27FC236}">
                <a16:creationId xmlns:a16="http://schemas.microsoft.com/office/drawing/2014/main" id="{E9C0FA37-B990-B82B-3AEA-1BCAD97C14C7}"/>
              </a:ext>
            </a:extLst>
          </p:cNvPr>
          <p:cNvSpPr/>
          <p:nvPr/>
        </p:nvSpPr>
        <p:spPr>
          <a:xfrm>
            <a:off x="1250602" y="1404440"/>
            <a:ext cx="2000616" cy="3123127"/>
          </a:xfrm>
          <a:prstGeom prst="rect">
            <a:avLst/>
          </a:prstGeom>
          <a:solidFill>
            <a:srgbClr val="C6922E"/>
          </a:solidFill>
          <a:ln>
            <a:solidFill>
              <a:srgbClr val="C692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6365217-91BD-CB45-1F1F-1D635C3E4F59}"/>
              </a:ext>
            </a:extLst>
          </p:cNvPr>
          <p:cNvSpPr/>
          <p:nvPr/>
        </p:nvSpPr>
        <p:spPr>
          <a:xfrm>
            <a:off x="3728508" y="1404441"/>
            <a:ext cx="2000616" cy="312312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796AF2B-D549-40B4-E59F-18BFB6A64C60}"/>
              </a:ext>
            </a:extLst>
          </p:cNvPr>
          <p:cNvSpPr/>
          <p:nvPr/>
        </p:nvSpPr>
        <p:spPr>
          <a:xfrm>
            <a:off x="6161381" y="1404442"/>
            <a:ext cx="2000616" cy="312312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4701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03FCBEE-D833-A3E7-2437-D26C1007D9A6}"/>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9A55381-E099-6305-4029-83B04D1253D5}"/>
              </a:ext>
            </a:extLst>
          </p:cNvPr>
          <p:cNvSpPr/>
          <p:nvPr/>
        </p:nvSpPr>
        <p:spPr>
          <a:xfrm rot="16200000">
            <a:off x="-914400" y="2114550"/>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VARIATIONS</a:t>
            </a:r>
            <a:endParaRPr lang="en-US" sz="1300" dirty="0"/>
          </a:p>
        </p:txBody>
      </p:sp>
      <p:sp>
        <p:nvSpPr>
          <p:cNvPr id="5" name="Text 3">
            <a:extLst>
              <a:ext uri="{FF2B5EF4-FFF2-40B4-BE49-F238E27FC236}">
                <a16:creationId xmlns:a16="http://schemas.microsoft.com/office/drawing/2014/main" id="{167E9F43-6B10-2905-4C55-0F89B692B966}"/>
              </a:ext>
            </a:extLst>
          </p:cNvPr>
          <p:cNvSpPr/>
          <p:nvPr/>
        </p:nvSpPr>
        <p:spPr>
          <a:xfrm>
            <a:off x="1062510" y="444322"/>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08 — Title</a:t>
            </a:r>
            <a:endParaRPr lang="en-US" sz="1100" dirty="0"/>
          </a:p>
        </p:txBody>
      </p:sp>
      <p:sp>
        <p:nvSpPr>
          <p:cNvPr id="6" name="Text 4">
            <a:extLst>
              <a:ext uri="{FF2B5EF4-FFF2-40B4-BE49-F238E27FC236}">
                <a16:creationId xmlns:a16="http://schemas.microsoft.com/office/drawing/2014/main" id="{78293ED2-D4C7-7C09-805D-4DB6C1EF9D75}"/>
              </a:ext>
            </a:extLst>
          </p:cNvPr>
          <p:cNvSpPr/>
          <p:nvPr/>
        </p:nvSpPr>
        <p:spPr>
          <a:xfrm>
            <a:off x="1062510" y="764362"/>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ea typeface="Arial" pitchFamily="34" charset="-122"/>
                <a:cs typeface="Arial" pitchFamily="34" charset="-120"/>
              </a:rPr>
              <a:t>Title</a:t>
            </a:r>
            <a:endParaRPr lang="en-US" sz="2800" dirty="0"/>
          </a:p>
        </p:txBody>
      </p:sp>
      <p:sp>
        <p:nvSpPr>
          <p:cNvPr id="21" name="Text 16">
            <a:extLst>
              <a:ext uri="{FF2B5EF4-FFF2-40B4-BE49-F238E27FC236}">
                <a16:creationId xmlns:a16="http://schemas.microsoft.com/office/drawing/2014/main" id="{CC158E73-0378-1F9A-C829-43F66CF80F27}"/>
              </a:ext>
            </a:extLst>
          </p:cNvPr>
          <p:cNvSpPr/>
          <p:nvPr/>
        </p:nvSpPr>
        <p:spPr>
          <a:xfrm>
            <a:off x="5725950" y="2867482"/>
            <a:ext cx="2148840" cy="274320"/>
          </a:xfrm>
          <a:prstGeom prst="rect">
            <a:avLst/>
          </a:prstGeom>
          <a:noFill/>
          <a:ln/>
        </p:spPr>
        <p:txBody>
          <a:bodyPr wrap="square" rtlCol="0" anchor="ctr"/>
          <a:lstStyle/>
          <a:p>
            <a:pPr marL="0" indent="0" algn="ctr">
              <a:buNone/>
            </a:pPr>
            <a:r>
              <a:rPr lang="en-US" sz="1600" b="1" kern="0" spc="400" dirty="0">
                <a:solidFill>
                  <a:srgbClr val="FFFFFF"/>
                </a:solidFill>
                <a:latin typeface="Arial" pitchFamily="34" charset="0"/>
                <a:ea typeface="Arial" pitchFamily="34" charset="-122"/>
                <a:cs typeface="Arial" pitchFamily="34" charset="-120"/>
              </a:rPr>
              <a:t>PATTON</a:t>
            </a:r>
            <a:endParaRPr lang="en-US" sz="1600" dirty="0"/>
          </a:p>
        </p:txBody>
      </p:sp>
      <p:sp>
        <p:nvSpPr>
          <p:cNvPr id="29" name="TextBox 28">
            <a:extLst>
              <a:ext uri="{FF2B5EF4-FFF2-40B4-BE49-F238E27FC236}">
                <a16:creationId xmlns:a16="http://schemas.microsoft.com/office/drawing/2014/main" id="{4E21AFAA-61C8-3582-9E21-B5ECBE6E4694}"/>
              </a:ext>
            </a:extLst>
          </p:cNvPr>
          <p:cNvSpPr txBox="1"/>
          <p:nvPr/>
        </p:nvSpPr>
        <p:spPr>
          <a:xfrm>
            <a:off x="4847938" y="3118157"/>
            <a:ext cx="3870250" cy="215444"/>
          </a:xfrm>
          <a:prstGeom prst="rect">
            <a:avLst/>
          </a:prstGeom>
          <a:noFill/>
        </p:spPr>
        <p:txBody>
          <a:bodyPr wrap="square">
            <a:spAutoFit/>
          </a:bodyPr>
          <a:lstStyle/>
          <a:p>
            <a:pPr algn="ctr"/>
            <a:r>
              <a:rPr lang="en-US" sz="780" dirty="0">
                <a:solidFill>
                  <a:schemeClr val="bg1"/>
                </a:solidFill>
              </a:rPr>
              <a:t>COMMERCIAL REAL ESTATE</a:t>
            </a:r>
          </a:p>
        </p:txBody>
      </p:sp>
      <p:grpSp>
        <p:nvGrpSpPr>
          <p:cNvPr id="22" name="Group 21">
            <a:extLst>
              <a:ext uri="{FF2B5EF4-FFF2-40B4-BE49-F238E27FC236}">
                <a16:creationId xmlns:a16="http://schemas.microsoft.com/office/drawing/2014/main" id="{1B2D5F39-D2DB-8CCE-A413-C4BE0D161345}"/>
              </a:ext>
            </a:extLst>
          </p:cNvPr>
          <p:cNvGrpSpPr/>
          <p:nvPr/>
        </p:nvGrpSpPr>
        <p:grpSpPr>
          <a:xfrm>
            <a:off x="0" y="0"/>
            <a:ext cx="502920" cy="5143500"/>
            <a:chOff x="0" y="0"/>
            <a:chExt cx="502920" cy="5143500"/>
          </a:xfrm>
        </p:grpSpPr>
        <p:sp>
          <p:nvSpPr>
            <p:cNvPr id="26" name="Shape 0">
              <a:extLst>
                <a:ext uri="{FF2B5EF4-FFF2-40B4-BE49-F238E27FC236}">
                  <a16:creationId xmlns:a16="http://schemas.microsoft.com/office/drawing/2014/main" id="{167DDC4E-3598-C06A-F834-F11E76DB0B34}"/>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30" name="Shape 1">
              <a:extLst>
                <a:ext uri="{FF2B5EF4-FFF2-40B4-BE49-F238E27FC236}">
                  <a16:creationId xmlns:a16="http://schemas.microsoft.com/office/drawing/2014/main" id="{4D40AD34-77AE-4DD6-66C9-594930908507}"/>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Tree>
    <p:extLst>
      <p:ext uri="{BB962C8B-B14F-4D97-AF65-F5344CB8AC3E}">
        <p14:creationId xmlns:p14="http://schemas.microsoft.com/office/powerpoint/2010/main" val="3462785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D2CCCFC-835E-5EB6-BD47-B77A662008C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FB38D3E-3E8C-DA34-10E4-AE7E7240CE7A}"/>
              </a:ext>
            </a:extLst>
          </p:cNvPr>
          <p:cNvSpPr/>
          <p:nvPr/>
        </p:nvSpPr>
        <p:spPr>
          <a:xfrm rot="16200000">
            <a:off x="-914400" y="2114550"/>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VARIATIONS</a:t>
            </a:r>
            <a:endParaRPr lang="en-US" sz="1300" dirty="0"/>
          </a:p>
        </p:txBody>
      </p:sp>
      <p:sp>
        <p:nvSpPr>
          <p:cNvPr id="5" name="Text 3">
            <a:extLst>
              <a:ext uri="{FF2B5EF4-FFF2-40B4-BE49-F238E27FC236}">
                <a16:creationId xmlns:a16="http://schemas.microsoft.com/office/drawing/2014/main" id="{D5F94DA6-649D-04C9-A78A-F30C5DA7F269}"/>
              </a:ext>
            </a:extLst>
          </p:cNvPr>
          <p:cNvSpPr/>
          <p:nvPr/>
        </p:nvSpPr>
        <p:spPr>
          <a:xfrm>
            <a:off x="1062510" y="444322"/>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09 — Title</a:t>
            </a:r>
            <a:endParaRPr lang="en-US" sz="1100" dirty="0"/>
          </a:p>
        </p:txBody>
      </p:sp>
      <p:sp>
        <p:nvSpPr>
          <p:cNvPr id="6" name="Text 4">
            <a:extLst>
              <a:ext uri="{FF2B5EF4-FFF2-40B4-BE49-F238E27FC236}">
                <a16:creationId xmlns:a16="http://schemas.microsoft.com/office/drawing/2014/main" id="{BB597C2A-5528-9481-6A35-D38229AC1690}"/>
              </a:ext>
            </a:extLst>
          </p:cNvPr>
          <p:cNvSpPr/>
          <p:nvPr/>
        </p:nvSpPr>
        <p:spPr>
          <a:xfrm>
            <a:off x="1062510" y="764362"/>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ea typeface="Arial" pitchFamily="34" charset="-122"/>
                <a:cs typeface="Arial" pitchFamily="34" charset="-120"/>
              </a:rPr>
              <a:t>APPENDIX</a:t>
            </a:r>
            <a:endParaRPr lang="en-US" sz="2800" dirty="0"/>
          </a:p>
        </p:txBody>
      </p:sp>
      <p:sp>
        <p:nvSpPr>
          <p:cNvPr id="21" name="Text 16">
            <a:extLst>
              <a:ext uri="{FF2B5EF4-FFF2-40B4-BE49-F238E27FC236}">
                <a16:creationId xmlns:a16="http://schemas.microsoft.com/office/drawing/2014/main" id="{9ED7242A-BB03-8493-4E04-F2F90639B3EE}"/>
              </a:ext>
            </a:extLst>
          </p:cNvPr>
          <p:cNvSpPr/>
          <p:nvPr/>
        </p:nvSpPr>
        <p:spPr>
          <a:xfrm>
            <a:off x="5725950" y="2867482"/>
            <a:ext cx="2148840" cy="274320"/>
          </a:xfrm>
          <a:prstGeom prst="rect">
            <a:avLst/>
          </a:prstGeom>
          <a:noFill/>
          <a:ln/>
        </p:spPr>
        <p:txBody>
          <a:bodyPr wrap="square" rtlCol="0" anchor="ctr"/>
          <a:lstStyle/>
          <a:p>
            <a:pPr marL="0" indent="0" algn="ctr">
              <a:buNone/>
            </a:pPr>
            <a:r>
              <a:rPr lang="en-US" sz="1600" b="1" kern="0" spc="400" dirty="0">
                <a:solidFill>
                  <a:srgbClr val="FFFFFF"/>
                </a:solidFill>
                <a:latin typeface="Arial" pitchFamily="34" charset="0"/>
                <a:ea typeface="Arial" pitchFamily="34" charset="-122"/>
                <a:cs typeface="Arial" pitchFamily="34" charset="-120"/>
              </a:rPr>
              <a:t>PATTON</a:t>
            </a:r>
            <a:endParaRPr lang="en-US" sz="1600" dirty="0"/>
          </a:p>
        </p:txBody>
      </p:sp>
      <p:sp>
        <p:nvSpPr>
          <p:cNvPr id="29" name="TextBox 28">
            <a:extLst>
              <a:ext uri="{FF2B5EF4-FFF2-40B4-BE49-F238E27FC236}">
                <a16:creationId xmlns:a16="http://schemas.microsoft.com/office/drawing/2014/main" id="{603E325D-A811-E740-80A2-9034C349A16E}"/>
              </a:ext>
            </a:extLst>
          </p:cNvPr>
          <p:cNvSpPr txBox="1"/>
          <p:nvPr/>
        </p:nvSpPr>
        <p:spPr>
          <a:xfrm>
            <a:off x="4847938" y="3118157"/>
            <a:ext cx="3870250" cy="215444"/>
          </a:xfrm>
          <a:prstGeom prst="rect">
            <a:avLst/>
          </a:prstGeom>
          <a:noFill/>
        </p:spPr>
        <p:txBody>
          <a:bodyPr wrap="square">
            <a:spAutoFit/>
          </a:bodyPr>
          <a:lstStyle/>
          <a:p>
            <a:pPr algn="ctr"/>
            <a:r>
              <a:rPr lang="en-US" sz="780" dirty="0">
                <a:solidFill>
                  <a:schemeClr val="bg1"/>
                </a:solidFill>
              </a:rPr>
              <a:t>COMMERCIAL REAL ESTATE</a:t>
            </a:r>
          </a:p>
        </p:txBody>
      </p:sp>
      <p:grpSp>
        <p:nvGrpSpPr>
          <p:cNvPr id="22" name="Group 21">
            <a:extLst>
              <a:ext uri="{FF2B5EF4-FFF2-40B4-BE49-F238E27FC236}">
                <a16:creationId xmlns:a16="http://schemas.microsoft.com/office/drawing/2014/main" id="{5A53F4A8-E09D-C529-2E9C-CEC91E7DCD46}"/>
              </a:ext>
            </a:extLst>
          </p:cNvPr>
          <p:cNvGrpSpPr/>
          <p:nvPr/>
        </p:nvGrpSpPr>
        <p:grpSpPr>
          <a:xfrm>
            <a:off x="0" y="0"/>
            <a:ext cx="502920" cy="5143500"/>
            <a:chOff x="0" y="0"/>
            <a:chExt cx="502920" cy="5143500"/>
          </a:xfrm>
        </p:grpSpPr>
        <p:sp>
          <p:nvSpPr>
            <p:cNvPr id="26" name="Shape 0">
              <a:extLst>
                <a:ext uri="{FF2B5EF4-FFF2-40B4-BE49-F238E27FC236}">
                  <a16:creationId xmlns:a16="http://schemas.microsoft.com/office/drawing/2014/main" id="{E8BE8E81-9CD0-B952-56B4-D61502946A98}"/>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30" name="Shape 1">
              <a:extLst>
                <a:ext uri="{FF2B5EF4-FFF2-40B4-BE49-F238E27FC236}">
                  <a16:creationId xmlns:a16="http://schemas.microsoft.com/office/drawing/2014/main" id="{1CCDA5C0-B924-F14C-D005-64290A13AA38}"/>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Tree>
    <p:extLst>
      <p:ext uri="{BB962C8B-B14F-4D97-AF65-F5344CB8AC3E}">
        <p14:creationId xmlns:p14="http://schemas.microsoft.com/office/powerpoint/2010/main" val="2621582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7CE10DE-C904-306C-E8AE-2A5C8D7724D6}"/>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FD4BDF3-E25D-BDB1-FCAD-665A98BB58B1}"/>
              </a:ext>
            </a:extLst>
          </p:cNvPr>
          <p:cNvSpPr/>
          <p:nvPr/>
        </p:nvSpPr>
        <p:spPr>
          <a:xfrm rot="16200000">
            <a:off x="-914400" y="2114550"/>
            <a:ext cx="3063240" cy="914400"/>
          </a:xfrm>
          <a:prstGeom prst="rect">
            <a:avLst/>
          </a:prstGeom>
          <a:noFill/>
          <a:ln/>
        </p:spPr>
        <p:txBody>
          <a:bodyPr wrap="square"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VARIATIONS</a:t>
            </a:r>
            <a:endParaRPr lang="en-US" sz="1300" dirty="0"/>
          </a:p>
        </p:txBody>
      </p:sp>
      <p:sp>
        <p:nvSpPr>
          <p:cNvPr id="5" name="Text 3">
            <a:extLst>
              <a:ext uri="{FF2B5EF4-FFF2-40B4-BE49-F238E27FC236}">
                <a16:creationId xmlns:a16="http://schemas.microsoft.com/office/drawing/2014/main" id="{1ADF1E41-3458-224B-30B0-F6AFA016EFDB}"/>
              </a:ext>
            </a:extLst>
          </p:cNvPr>
          <p:cNvSpPr/>
          <p:nvPr/>
        </p:nvSpPr>
        <p:spPr>
          <a:xfrm>
            <a:off x="1062510" y="444322"/>
            <a:ext cx="6858000" cy="320040"/>
          </a:xfrm>
          <a:prstGeom prst="rect">
            <a:avLst/>
          </a:prstGeom>
          <a:noFill/>
          <a:ln/>
        </p:spPr>
        <p:txBody>
          <a:bodyPr wrap="square" rtlCol="0" anchor="ctr"/>
          <a:lstStyle/>
          <a:p>
            <a:pPr marL="0" indent="0">
              <a:buNone/>
            </a:pPr>
            <a:r>
              <a:rPr lang="en-US" sz="1100" kern="0" spc="400" dirty="0">
                <a:solidFill>
                  <a:srgbClr val="C6922E"/>
                </a:solidFill>
                <a:latin typeface="Arial" pitchFamily="34" charset="0"/>
                <a:ea typeface="Arial" pitchFamily="34" charset="-122"/>
                <a:cs typeface="Arial" pitchFamily="34" charset="-120"/>
              </a:rPr>
              <a:t>10 — Title</a:t>
            </a:r>
            <a:endParaRPr lang="en-US" sz="1100" dirty="0"/>
          </a:p>
        </p:txBody>
      </p:sp>
      <p:sp>
        <p:nvSpPr>
          <p:cNvPr id="6" name="Text 4">
            <a:extLst>
              <a:ext uri="{FF2B5EF4-FFF2-40B4-BE49-F238E27FC236}">
                <a16:creationId xmlns:a16="http://schemas.microsoft.com/office/drawing/2014/main" id="{CE3CF082-3118-449A-D281-6C5FF90CF9C7}"/>
              </a:ext>
            </a:extLst>
          </p:cNvPr>
          <p:cNvSpPr/>
          <p:nvPr/>
        </p:nvSpPr>
        <p:spPr>
          <a:xfrm>
            <a:off x="1062510" y="764362"/>
            <a:ext cx="6858000" cy="640080"/>
          </a:xfrm>
          <a:prstGeom prst="rect">
            <a:avLst/>
          </a:prstGeom>
          <a:noFill/>
          <a:ln/>
        </p:spPr>
        <p:txBody>
          <a:bodyPr wrap="square" rtlCol="0" anchor="ctr"/>
          <a:lstStyle/>
          <a:p>
            <a:pPr marL="0" indent="0">
              <a:buNone/>
            </a:pPr>
            <a:r>
              <a:rPr lang="en-US" sz="2800" b="1" dirty="0">
                <a:solidFill>
                  <a:srgbClr val="2B2B2B"/>
                </a:solidFill>
                <a:latin typeface="Arial" pitchFamily="34" charset="0"/>
                <a:cs typeface="Arial" pitchFamily="34" charset="-120"/>
              </a:rPr>
              <a:t>CASE STUDIES</a:t>
            </a:r>
            <a:endParaRPr lang="en-US" sz="2800" dirty="0"/>
          </a:p>
        </p:txBody>
      </p:sp>
      <p:sp>
        <p:nvSpPr>
          <p:cNvPr id="21" name="Text 16">
            <a:extLst>
              <a:ext uri="{FF2B5EF4-FFF2-40B4-BE49-F238E27FC236}">
                <a16:creationId xmlns:a16="http://schemas.microsoft.com/office/drawing/2014/main" id="{84A31FC6-4614-EEC7-314F-9072411A3401}"/>
              </a:ext>
            </a:extLst>
          </p:cNvPr>
          <p:cNvSpPr/>
          <p:nvPr/>
        </p:nvSpPr>
        <p:spPr>
          <a:xfrm>
            <a:off x="5725950" y="2867482"/>
            <a:ext cx="2148840" cy="274320"/>
          </a:xfrm>
          <a:prstGeom prst="rect">
            <a:avLst/>
          </a:prstGeom>
          <a:noFill/>
          <a:ln/>
        </p:spPr>
        <p:txBody>
          <a:bodyPr wrap="square" rtlCol="0" anchor="ctr"/>
          <a:lstStyle/>
          <a:p>
            <a:pPr marL="0" indent="0" algn="ctr">
              <a:buNone/>
            </a:pPr>
            <a:r>
              <a:rPr lang="en-US" sz="1600" b="1" kern="0" spc="400" dirty="0">
                <a:solidFill>
                  <a:srgbClr val="FFFFFF"/>
                </a:solidFill>
                <a:latin typeface="Arial" pitchFamily="34" charset="0"/>
                <a:ea typeface="Arial" pitchFamily="34" charset="-122"/>
                <a:cs typeface="Arial" pitchFamily="34" charset="-120"/>
              </a:rPr>
              <a:t>PATTON</a:t>
            </a:r>
            <a:endParaRPr lang="en-US" sz="1600" dirty="0"/>
          </a:p>
        </p:txBody>
      </p:sp>
      <p:sp>
        <p:nvSpPr>
          <p:cNvPr id="29" name="TextBox 28">
            <a:extLst>
              <a:ext uri="{FF2B5EF4-FFF2-40B4-BE49-F238E27FC236}">
                <a16:creationId xmlns:a16="http://schemas.microsoft.com/office/drawing/2014/main" id="{B3C50BFB-68CA-7454-E3A5-980F2EAC0961}"/>
              </a:ext>
            </a:extLst>
          </p:cNvPr>
          <p:cNvSpPr txBox="1"/>
          <p:nvPr/>
        </p:nvSpPr>
        <p:spPr>
          <a:xfrm>
            <a:off x="4847938" y="3118157"/>
            <a:ext cx="3870250" cy="215444"/>
          </a:xfrm>
          <a:prstGeom prst="rect">
            <a:avLst/>
          </a:prstGeom>
          <a:noFill/>
        </p:spPr>
        <p:txBody>
          <a:bodyPr wrap="square">
            <a:spAutoFit/>
          </a:bodyPr>
          <a:lstStyle/>
          <a:p>
            <a:pPr algn="ctr"/>
            <a:r>
              <a:rPr lang="en-US" sz="780" dirty="0">
                <a:solidFill>
                  <a:schemeClr val="bg1"/>
                </a:solidFill>
              </a:rPr>
              <a:t>COMMERCIAL REAL ESTATE</a:t>
            </a:r>
          </a:p>
        </p:txBody>
      </p:sp>
      <p:grpSp>
        <p:nvGrpSpPr>
          <p:cNvPr id="22" name="Group 21">
            <a:extLst>
              <a:ext uri="{FF2B5EF4-FFF2-40B4-BE49-F238E27FC236}">
                <a16:creationId xmlns:a16="http://schemas.microsoft.com/office/drawing/2014/main" id="{2FE1103B-CFF1-59E9-E18D-4ABBC1C0D074}"/>
              </a:ext>
            </a:extLst>
          </p:cNvPr>
          <p:cNvGrpSpPr/>
          <p:nvPr/>
        </p:nvGrpSpPr>
        <p:grpSpPr>
          <a:xfrm>
            <a:off x="0" y="0"/>
            <a:ext cx="502920" cy="5143500"/>
            <a:chOff x="0" y="0"/>
            <a:chExt cx="502920" cy="5143500"/>
          </a:xfrm>
        </p:grpSpPr>
        <p:sp>
          <p:nvSpPr>
            <p:cNvPr id="26" name="Shape 0">
              <a:extLst>
                <a:ext uri="{FF2B5EF4-FFF2-40B4-BE49-F238E27FC236}">
                  <a16:creationId xmlns:a16="http://schemas.microsoft.com/office/drawing/2014/main" id="{7E447096-2718-E564-5CDF-70480F20137B}"/>
                </a:ext>
              </a:extLst>
            </p:cNvPr>
            <p:cNvSpPr/>
            <p:nvPr/>
          </p:nvSpPr>
          <p:spPr>
            <a:xfrm>
              <a:off x="0" y="0"/>
              <a:ext cx="457200" cy="5143500"/>
            </a:xfrm>
            <a:prstGeom prst="rect">
              <a:avLst/>
            </a:prstGeom>
            <a:solidFill>
              <a:srgbClr val="1A1A1A"/>
            </a:solidFill>
            <a:ln w="12700">
              <a:solidFill>
                <a:srgbClr val="1A1A1A"/>
              </a:solidFill>
              <a:prstDash val="solid"/>
            </a:ln>
          </p:spPr>
          <p:txBody>
            <a:bodyPr/>
            <a:lstStyle/>
            <a:p>
              <a:endParaRPr lang="en-US"/>
            </a:p>
          </p:txBody>
        </p:sp>
        <p:sp>
          <p:nvSpPr>
            <p:cNvPr id="30" name="Shape 1">
              <a:extLst>
                <a:ext uri="{FF2B5EF4-FFF2-40B4-BE49-F238E27FC236}">
                  <a16:creationId xmlns:a16="http://schemas.microsoft.com/office/drawing/2014/main" id="{93805E23-F4C2-88BD-86E0-F11FFC3D646A}"/>
                </a:ext>
              </a:extLst>
            </p:cNvPr>
            <p:cNvSpPr/>
            <p:nvPr/>
          </p:nvSpPr>
          <p:spPr>
            <a:xfrm>
              <a:off x="457200" y="0"/>
              <a:ext cx="45720" cy="5143500"/>
            </a:xfrm>
            <a:prstGeom prst="rect">
              <a:avLst/>
            </a:prstGeom>
            <a:solidFill>
              <a:srgbClr val="C6922E"/>
            </a:solidFill>
            <a:ln w="12700">
              <a:solidFill>
                <a:srgbClr val="C6922E"/>
              </a:solidFill>
              <a:prstDash val="solid"/>
            </a:ln>
          </p:spPr>
          <p:txBody>
            <a:bodyPr/>
            <a:lstStyle/>
            <a:p>
              <a:endParaRPr lang="en-US"/>
            </a:p>
          </p:txBody>
        </p:sp>
      </p:grpSp>
    </p:spTree>
    <p:extLst>
      <p:ext uri="{BB962C8B-B14F-4D97-AF65-F5344CB8AC3E}">
        <p14:creationId xmlns:p14="http://schemas.microsoft.com/office/powerpoint/2010/main" val="2679093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165847" cy="5143500"/>
          </a:xfrm>
          <a:prstGeom prst="rect">
            <a:avLst/>
          </a:prstGeom>
          <a:solidFill>
            <a:srgbClr val="C6922E"/>
          </a:solidFill>
          <a:ln w="12700">
            <a:solidFill>
              <a:srgbClr val="C6922E"/>
            </a:solidFill>
            <a:prstDash val="solid"/>
          </a:ln>
        </p:spPr>
        <p:txBody>
          <a:bodyPr/>
          <a:lstStyle/>
          <a:p>
            <a:endParaRPr lang="en-US"/>
          </a:p>
        </p:txBody>
      </p:sp>
      <p:sp>
        <p:nvSpPr>
          <p:cNvPr id="5" name="Shape 2"/>
          <p:cNvSpPr/>
          <p:nvPr/>
        </p:nvSpPr>
        <p:spPr>
          <a:xfrm>
            <a:off x="3795404" y="4036883"/>
            <a:ext cx="1463040" cy="0"/>
          </a:xfrm>
          <a:prstGeom prst="line">
            <a:avLst/>
          </a:prstGeom>
          <a:noFill/>
          <a:ln w="19050">
            <a:solidFill>
              <a:srgbClr val="C6922E"/>
            </a:solidFill>
            <a:prstDash val="solid"/>
          </a:ln>
        </p:spPr>
        <p:txBody>
          <a:bodyPr/>
          <a:lstStyle/>
          <a:p>
            <a:endParaRPr lang="en-US"/>
          </a:p>
        </p:txBody>
      </p:sp>
      <p:sp>
        <p:nvSpPr>
          <p:cNvPr id="7" name="Text 4"/>
          <p:cNvSpPr/>
          <p:nvPr/>
        </p:nvSpPr>
        <p:spPr>
          <a:xfrm>
            <a:off x="457200" y="3474720"/>
            <a:ext cx="8229600" cy="457200"/>
          </a:xfrm>
          <a:prstGeom prst="rect">
            <a:avLst/>
          </a:prstGeom>
          <a:noFill/>
          <a:ln/>
        </p:spPr>
        <p:txBody>
          <a:bodyPr wrap="square" rtlCol="0" anchor="ctr"/>
          <a:lstStyle/>
          <a:p>
            <a:pPr marL="0" indent="0" algn="ctr">
              <a:buNone/>
            </a:pPr>
            <a:r>
              <a:rPr lang="en-US" sz="2400" i="1" dirty="0">
                <a:solidFill>
                  <a:srgbClr val="FFFFFF"/>
                </a:solidFill>
                <a:latin typeface="Arial" pitchFamily="34" charset="0"/>
                <a:ea typeface="Arial" pitchFamily="34" charset="-122"/>
                <a:cs typeface="Arial" pitchFamily="34" charset="-120"/>
              </a:rPr>
              <a:t>Thank you.</a:t>
            </a:r>
            <a:endParaRPr lang="en-US" sz="2400" dirty="0"/>
          </a:p>
        </p:txBody>
      </p:sp>
      <p:sp>
        <p:nvSpPr>
          <p:cNvPr id="8" name="Text 5"/>
          <p:cNvSpPr/>
          <p:nvPr/>
        </p:nvSpPr>
        <p:spPr>
          <a:xfrm>
            <a:off x="457200" y="4114800"/>
            <a:ext cx="8229600" cy="274320"/>
          </a:xfrm>
          <a:prstGeom prst="rect">
            <a:avLst/>
          </a:prstGeom>
          <a:noFill/>
          <a:ln/>
        </p:spPr>
        <p:txBody>
          <a:bodyPr wrap="square" rtlCol="0" anchor="ctr"/>
          <a:lstStyle/>
          <a:p>
            <a:pPr marL="0" indent="0" algn="ctr">
              <a:buNone/>
            </a:pPr>
            <a:r>
              <a:rPr lang="en-US" sz="1100" kern="0" spc="400" dirty="0">
                <a:solidFill>
                  <a:srgbClr val="E0E0E0"/>
                </a:solidFill>
                <a:latin typeface="Arial" pitchFamily="34" charset="0"/>
                <a:ea typeface="Arial" pitchFamily="34" charset="-122"/>
                <a:cs typeface="Arial" pitchFamily="34" charset="-120"/>
              </a:rPr>
              <a:t>pattonre.com</a:t>
            </a:r>
            <a:endParaRPr lang="en-US" sz="1100" dirty="0"/>
          </a:p>
        </p:txBody>
      </p:sp>
      <p:sp>
        <p:nvSpPr>
          <p:cNvPr id="9" name="Text 6"/>
          <p:cNvSpPr/>
          <p:nvPr/>
        </p:nvSpPr>
        <p:spPr>
          <a:xfrm>
            <a:off x="457200" y="4709160"/>
            <a:ext cx="8229600" cy="228600"/>
          </a:xfrm>
          <a:prstGeom prst="rect">
            <a:avLst/>
          </a:prstGeom>
          <a:noFill/>
          <a:ln/>
        </p:spPr>
        <p:txBody>
          <a:bodyPr wrap="square" rtlCol="0" anchor="ctr"/>
          <a:lstStyle/>
          <a:p>
            <a:pPr marL="0" indent="0" algn="ctr">
              <a:buNone/>
            </a:pPr>
            <a:r>
              <a:rPr lang="en-US" sz="700" kern="0" spc="300" dirty="0">
                <a:solidFill>
                  <a:srgbClr val="7A7A7A"/>
                </a:solidFill>
                <a:latin typeface="Arial" pitchFamily="34" charset="0"/>
                <a:ea typeface="Arial" pitchFamily="34" charset="-122"/>
                <a:cs typeface="Arial" pitchFamily="34" charset="-120"/>
              </a:rPr>
              <a:t>© 2026 PATTON COMMERCIAL REAL ESTATE — ALL RIGHTS RESERVED</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TotalTime>
  <Words>513</Words>
  <Application>Microsoft Office PowerPoint</Application>
  <PresentationFormat>On-screen Show (16:9)</PresentationFormat>
  <Paragraphs>138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Patton Commercial Real Estate — Brand Guidelines</dc:title>
  <dc:subject>PptxGenJS Presentation</dc:subject>
  <dc:creator>Patton Commercial Real Estate</dc:creator>
  <cp:lastModifiedBy>Minoo Mobin-Ventura</cp:lastModifiedBy>
  <cp:revision>2</cp:revision>
  <dcterms:created xsi:type="dcterms:W3CDTF">2026-04-24T13:40:18Z</dcterms:created>
  <dcterms:modified xsi:type="dcterms:W3CDTF">2026-06-17T14:21:48Z</dcterms:modified>
</cp:coreProperties>
</file>